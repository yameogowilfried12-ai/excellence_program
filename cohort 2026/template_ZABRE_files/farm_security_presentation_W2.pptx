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49143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49143" y="0"/>
            <a:ext cx="4394857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749143" y="0"/>
            <a:ext cx="85725" cy="51435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6" name="Text 2"/>
          <p:cNvSpPr/>
          <p:nvPr/>
        </p:nvSpPr>
        <p:spPr>
          <a:xfrm>
            <a:off x="5372100" y="814388"/>
            <a:ext cx="3200400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Strategy for the Farm Security &amp; Fencing Module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5372100" y="2603004"/>
            <a:ext cx="32004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Excellence Program – Week 2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72100" y="4239816"/>
            <a:ext cx="32004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4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372100" y="4396978"/>
            <a:ext cx="32004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4363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Review to Strategy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595749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656" y="2992227"/>
            <a:ext cx="24527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78656" y="3185108"/>
            <a:ext cx="24527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Review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78656" y="3503005"/>
            <a:ext cx="2452706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Focused on understanding the previous team's work, identifying gaps, and extracting key lessons from past failures.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675" y="2595749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45675" y="2992227"/>
            <a:ext cx="24527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3345675" y="3185108"/>
            <a:ext cx="24527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Strategy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45675" y="3503005"/>
            <a:ext cx="2452706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Establishes the methodology and design principles that will govern all future engineering decisions.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93" y="2595749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12693" y="2992227"/>
            <a:ext cx="24527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WEEKS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6012693" y="3185108"/>
            <a:ext cx="24527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012693" y="3503005"/>
            <a:ext cx="2452706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of the design plan, zone division, access-control workflows, and physical infrastructure setup.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4363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Insights: Key Lessons from Week 1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6444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1210866"/>
            <a:ext cx="4071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Implementability is Paramount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928688" y="1421606"/>
            <a:ext cx="4071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design is only as good as its feasibility in the field and ease of maintenance.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9515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8688" y="1955936"/>
            <a:ext cx="4071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Holistic Security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928688" y="2166677"/>
            <a:ext cx="4071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security integrates people, processes, and technology into a unified defense.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54585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2701007"/>
            <a:ext cx="401121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Synergy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928688" y="2911748"/>
            <a:ext cx="40112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components must function as a cohesive, interoperable system.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39647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8688" y="3286069"/>
            <a:ext cx="4071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Context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928688" y="3496810"/>
            <a:ext cx="4071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terrain and climate conditions dictate hardware selection and placement.</a:t>
            </a:r>
            <a:endParaRPr lang="en-US" sz="8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84718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8688" y="4031140"/>
            <a:ext cx="4071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Risk-First Approach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928688" y="4241881"/>
            <a:ext cx="40719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must start with threat assessment before selecting specific equipment.</a:t>
            </a:r>
            <a:endParaRPr lang="en-US" sz="8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1210866"/>
            <a:ext cx="3214688" cy="2857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57813" y="4096941"/>
            <a:ext cx="3214688" cy="17502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RISK ASSESSMENT FRAMEWORK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4363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Deliberate Design Strategy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928688" y="2434233"/>
            <a:ext cx="571500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2D5A2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605683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745" y="3148608"/>
            <a:ext cx="789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00063" y="3448645"/>
            <a:ext cx="1428750" cy="642938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site assessments and identify environmental constraints.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2548533"/>
            <a:ext cx="107156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07469" y="2434233"/>
            <a:ext cx="571500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2D5A27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919" y="2605683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09217" y="3148608"/>
            <a:ext cx="11680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178844" y="3448645"/>
            <a:ext cx="1428750" cy="321469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specific threats and asset vulnerabilities.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031" y="2548533"/>
            <a:ext cx="107156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286250" y="2434233"/>
            <a:ext cx="571500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2D5A27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2605683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252317" y="3148608"/>
            <a:ext cx="6393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3857625" y="3448645"/>
            <a:ext cx="1428750" cy="482203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integrated solutions prioritizing prevention.</a:t>
            </a:r>
            <a:endParaRPr lang="en-US" sz="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2548533"/>
            <a:ext cx="107156" cy="17145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965031" y="2434233"/>
            <a:ext cx="571500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2D5A27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056" y="2605683"/>
            <a:ext cx="17145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809655" y="3148608"/>
            <a:ext cx="8822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100" dirty="0"/>
          </a:p>
        </p:txBody>
      </p:sp>
      <p:sp>
        <p:nvSpPr>
          <p:cNvPr id="22" name="Text 12"/>
          <p:cNvSpPr/>
          <p:nvPr/>
        </p:nvSpPr>
        <p:spPr>
          <a:xfrm>
            <a:off x="5536406" y="3448645"/>
            <a:ext cx="1428750" cy="321469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assumptions against practical requirements.</a:t>
            </a:r>
            <a:endParaRPr lang="en-US" sz="8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6594" y="2548533"/>
            <a:ext cx="107156" cy="17145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7643813" y="2434233"/>
            <a:ext cx="571500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2D5A27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5263" y="2605683"/>
            <a:ext cx="228600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542014" y="3148608"/>
            <a:ext cx="775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</a:t>
            </a:r>
            <a:endParaRPr lang="en-US" sz="1100" dirty="0"/>
          </a:p>
        </p:txBody>
      </p:sp>
      <p:sp>
        <p:nvSpPr>
          <p:cNvPr id="27" name="Text 15"/>
          <p:cNvSpPr/>
          <p:nvPr/>
        </p:nvSpPr>
        <p:spPr>
          <a:xfrm>
            <a:off x="7215188" y="3448645"/>
            <a:ext cx="1428750" cy="482203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based on feedback and performance metrics.</a:t>
            </a:r>
            <a:endParaRPr lang="en-US" sz="800" dirty="0"/>
          </a:p>
        </p:txBody>
      </p:sp>
      <p:sp>
        <p:nvSpPr>
          <p:cNvPr id="28" name="Shape 16"/>
          <p:cNvSpPr/>
          <p:nvPr/>
        </p:nvSpPr>
        <p:spPr>
          <a:xfrm>
            <a:off x="571500" y="4425553"/>
            <a:ext cx="8001000" cy="2893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17"/>
          <p:cNvSpPr/>
          <p:nvPr/>
        </p:nvSpPr>
        <p:spPr>
          <a:xfrm>
            <a:off x="571500" y="442555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18"/>
          <p:cNvSpPr/>
          <p:nvPr/>
        </p:nvSpPr>
        <p:spPr>
          <a:xfrm>
            <a:off x="571500" y="4425553"/>
            <a:ext cx="8001000" cy="28932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a structured engineering methodology before selecting technical hardware.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4363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Roadmap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642938" y="1353741"/>
            <a:ext cx="1857375" cy="12965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353741"/>
            <a:ext cx="1857375" cy="42863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532334"/>
            <a:ext cx="1571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85813" y="1707356"/>
            <a:ext cx="15716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5813" y="2007394"/>
            <a:ext cx="1571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requirements, site assessment, and environmental analysis to define the problem space.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643188" y="1353741"/>
            <a:ext cx="1857375" cy="12965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43188" y="1353741"/>
            <a:ext cx="1857375" cy="42863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1" name="Text 8"/>
          <p:cNvSpPr/>
          <p:nvPr/>
        </p:nvSpPr>
        <p:spPr>
          <a:xfrm>
            <a:off x="2786063" y="1532334"/>
            <a:ext cx="1571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02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786063" y="1707356"/>
            <a:ext cx="15716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6063" y="2007394"/>
            <a:ext cx="1571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the integrated architecture, security zones, and selecting appropriate hardware solutions.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643438" y="1353741"/>
            <a:ext cx="1857375" cy="12965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643438" y="1353741"/>
            <a:ext cx="1857375" cy="42863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6" name="Text 13"/>
          <p:cNvSpPr/>
          <p:nvPr/>
        </p:nvSpPr>
        <p:spPr>
          <a:xfrm>
            <a:off x="4786313" y="1532334"/>
            <a:ext cx="1571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03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786313" y="1707356"/>
            <a:ext cx="15716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86313" y="2007394"/>
            <a:ext cx="1571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operational workflows, physical infrastructure deployment, and maintenance schedules.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643688" y="1353741"/>
            <a:ext cx="1857375" cy="12965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643688" y="1353741"/>
            <a:ext cx="1857375" cy="42863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21" name="Text 18"/>
          <p:cNvSpPr/>
          <p:nvPr/>
        </p:nvSpPr>
        <p:spPr>
          <a:xfrm>
            <a:off x="6786563" y="1532334"/>
            <a:ext cx="1571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04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786563" y="1707356"/>
            <a:ext cx="15716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86563" y="2007394"/>
            <a:ext cx="1571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analysis, risk mitigation review, and final architectural reflection before execution.</a:t>
            </a:r>
            <a:endParaRPr lang="en-US" sz="7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195" y="4344181"/>
            <a:ext cx="303609" cy="342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57313" y="4583497"/>
            <a:ext cx="642937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2D5A2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"A strong security system is not built by adding more technology. It is built by making deliberate decisions in the right order."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2026-07-30T18:18:49Z</dcterms:created>
  <dcterms:modified xsi:type="dcterms:W3CDTF">2026-07-30T18:18:49Z</dcterms:modified>
</cp:coreProperties>
</file>