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7"/>
  </p:notesMasterIdLst>
  <p:sldIdLst>
    <p:sldId id="256" r:id="rId2"/>
    <p:sldId id="257" r:id="rId3"/>
    <p:sldId id="258" r:id="rId4"/>
    <p:sldId id="297" r:id="rId5"/>
    <p:sldId id="268" r:id="rId6"/>
    <p:sldId id="259" r:id="rId7"/>
    <p:sldId id="266" r:id="rId8"/>
    <p:sldId id="260" r:id="rId9"/>
    <p:sldId id="300" r:id="rId10"/>
    <p:sldId id="299" r:id="rId11"/>
    <p:sldId id="298" r:id="rId12"/>
    <p:sldId id="301" r:id="rId13"/>
    <p:sldId id="302" r:id="rId14"/>
    <p:sldId id="265" r:id="rId15"/>
    <p:sldId id="303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861988-5A92-4821-BE25-C1E3E971F38B}">
  <a:tblStyle styleId="{5E861988-5A92-4821-BE25-C1E3E971F3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E217C29-5183-4AF6-B249-6DBFB3F9EFC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e0865c0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e0865c0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1e151b4c5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1e151b4c5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85a77ac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485a77ac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4440D246-BB68-A189-3AEF-1A9BCF90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85a77ac1f_0_0:notes">
            <a:extLst>
              <a:ext uri="{FF2B5EF4-FFF2-40B4-BE49-F238E27FC236}">
                <a16:creationId xmlns:a16="http://schemas.microsoft.com/office/drawing/2014/main" id="{8B0F4AB6-6E3A-18EB-42F4-15515E9A7D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485a77ac1f_0_0:notes">
            <a:extLst>
              <a:ext uri="{FF2B5EF4-FFF2-40B4-BE49-F238E27FC236}">
                <a16:creationId xmlns:a16="http://schemas.microsoft.com/office/drawing/2014/main" id="{5AA526B4-485B-E47A-9330-622B76EE8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6184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485a77ac1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1485a77ac1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00d3bade5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00d3bade5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00d3bade5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00d3bade5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485a77ac1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485a77ac1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155EC98C-5352-1AF6-381C-EE6368C7C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00d3bade5e_0_54:notes">
            <a:extLst>
              <a:ext uri="{FF2B5EF4-FFF2-40B4-BE49-F238E27FC236}">
                <a16:creationId xmlns:a16="http://schemas.microsoft.com/office/drawing/2014/main" id="{D2A28D4F-5EC7-65F0-01C6-DA1DC2D52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00d3bade5e_0_54:notes">
            <a:extLst>
              <a:ext uri="{FF2B5EF4-FFF2-40B4-BE49-F238E27FC236}">
                <a16:creationId xmlns:a16="http://schemas.microsoft.com/office/drawing/2014/main" id="{53E11999-D725-050D-ED2E-80798DF2B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4962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36024DA9-176A-C89F-B3F1-060E450DE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485a77ac1f_0_22:notes">
            <a:extLst>
              <a:ext uri="{FF2B5EF4-FFF2-40B4-BE49-F238E27FC236}">
                <a16:creationId xmlns:a16="http://schemas.microsoft.com/office/drawing/2014/main" id="{868C606B-E8A7-2890-A123-CE59C5B63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485a77ac1f_0_22:notes">
            <a:extLst>
              <a:ext uri="{FF2B5EF4-FFF2-40B4-BE49-F238E27FC236}">
                <a16:creationId xmlns:a16="http://schemas.microsoft.com/office/drawing/2014/main" id="{EFB38297-B397-5225-586A-0E4C27184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783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217AAC90-E5D5-46F8-8124-4B44542FA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00d3bade5e_0_54:notes">
            <a:extLst>
              <a:ext uri="{FF2B5EF4-FFF2-40B4-BE49-F238E27FC236}">
                <a16:creationId xmlns:a16="http://schemas.microsoft.com/office/drawing/2014/main" id="{0742E4B6-B1C9-D26A-A333-0D3668B18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00d3bade5e_0_54:notes">
            <a:extLst>
              <a:ext uri="{FF2B5EF4-FFF2-40B4-BE49-F238E27FC236}">
                <a16:creationId xmlns:a16="http://schemas.microsoft.com/office/drawing/2014/main" id="{1C566630-BEEE-79A4-1C05-805930CAE8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2569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87D2F5DA-1BCF-4162-2147-F2721FD6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485a77ac1f_0_22:notes">
            <a:extLst>
              <a:ext uri="{FF2B5EF4-FFF2-40B4-BE49-F238E27FC236}">
                <a16:creationId xmlns:a16="http://schemas.microsoft.com/office/drawing/2014/main" id="{BEE3AD0C-6999-5F10-85D1-7A3FE314CE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485a77ac1f_0_22:notes">
            <a:extLst>
              <a:ext uri="{FF2B5EF4-FFF2-40B4-BE49-F238E27FC236}">
                <a16:creationId xmlns:a16="http://schemas.microsoft.com/office/drawing/2014/main" id="{44CC6CF1-ECF3-B707-5BD1-7C5D86EE83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717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F9F374E8-AB08-69CD-0192-E5A53ED2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00d3bade5e_0_54:notes">
            <a:extLst>
              <a:ext uri="{FF2B5EF4-FFF2-40B4-BE49-F238E27FC236}">
                <a16:creationId xmlns:a16="http://schemas.microsoft.com/office/drawing/2014/main" id="{CD6C07FF-4F7B-B4D0-DD40-CA33A13204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00d3bade5e_0_54:notes">
            <a:extLst>
              <a:ext uri="{FF2B5EF4-FFF2-40B4-BE49-F238E27FC236}">
                <a16:creationId xmlns:a16="http://schemas.microsoft.com/office/drawing/2014/main" id="{127AE49C-9545-995D-3096-788E8E869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983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00d3bade5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00d3bade5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251848C-949A-6C73-D220-08BD393A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485a77ac1f_0_22:notes">
            <a:extLst>
              <a:ext uri="{FF2B5EF4-FFF2-40B4-BE49-F238E27FC236}">
                <a16:creationId xmlns:a16="http://schemas.microsoft.com/office/drawing/2014/main" id="{F5012742-EB4E-54D3-D2D6-76D3BC6EB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485a77ac1f_0_22:notes">
            <a:extLst>
              <a:ext uri="{FF2B5EF4-FFF2-40B4-BE49-F238E27FC236}">
                <a16:creationId xmlns:a16="http://schemas.microsoft.com/office/drawing/2014/main" id="{2FE055DF-0B91-AA50-59E1-7693AE83F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838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850488"/>
            <a:ext cx="4752300" cy="20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122913"/>
            <a:ext cx="3565200" cy="409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344811" y="-373386"/>
            <a:ext cx="1186800" cy="1933622"/>
          </a:xfrm>
          <a:custGeom>
            <a:avLst/>
            <a:gdLst/>
            <a:ahLst/>
            <a:cxnLst/>
            <a:rect l="l" t="t" r="r" b="b"/>
            <a:pathLst>
              <a:path w="24921" h="34234" extrusionOk="0">
                <a:moveTo>
                  <a:pt x="1" y="1"/>
                </a:moveTo>
                <a:cubicBezTo>
                  <a:pt x="322" y="7272"/>
                  <a:pt x="2047" y="12141"/>
                  <a:pt x="11708" y="11532"/>
                </a:cubicBezTo>
                <a:cubicBezTo>
                  <a:pt x="15523" y="11292"/>
                  <a:pt x="16436" y="14101"/>
                  <a:pt x="15020" y="17598"/>
                </a:cubicBezTo>
                <a:cubicBezTo>
                  <a:pt x="12526" y="23744"/>
                  <a:pt x="9384" y="32054"/>
                  <a:pt x="24920" y="34233"/>
                </a:cubicBezTo>
                <a:lnTo>
                  <a:pt x="2492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9000033">
            <a:off x="1954049" y="136687"/>
            <a:ext cx="359303" cy="292351"/>
          </a:xfrm>
          <a:custGeom>
            <a:avLst/>
            <a:gdLst/>
            <a:ahLst/>
            <a:cxnLst/>
            <a:rect l="l" t="t" r="r" b="b"/>
            <a:pathLst>
              <a:path w="8385" h="6822" extrusionOk="0">
                <a:moveTo>
                  <a:pt x="6100" y="5412"/>
                </a:moveTo>
                <a:cubicBezTo>
                  <a:pt x="8385" y="2725"/>
                  <a:pt x="1940" y="0"/>
                  <a:pt x="524" y="2496"/>
                </a:cubicBezTo>
                <a:cubicBezTo>
                  <a:pt x="1" y="3423"/>
                  <a:pt x="512" y="5528"/>
                  <a:pt x="1950" y="6257"/>
                </a:cubicBezTo>
                <a:cubicBezTo>
                  <a:pt x="3061" y="6821"/>
                  <a:pt x="4921" y="6297"/>
                  <a:pt x="6100" y="541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25950" y="66438"/>
            <a:ext cx="2595451" cy="62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065800" y="1876500"/>
            <a:ext cx="2264100" cy="10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2814200" y="1876488"/>
            <a:ext cx="1099200" cy="1002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/>
          <p:nvPr/>
        </p:nvSpPr>
        <p:spPr>
          <a:xfrm>
            <a:off x="7600950" y="-32625"/>
            <a:ext cx="1543046" cy="2119684"/>
          </a:xfrm>
          <a:custGeom>
            <a:avLst/>
            <a:gdLst/>
            <a:ahLst/>
            <a:cxnLst/>
            <a:rect l="l" t="t" r="r" b="b"/>
            <a:pathLst>
              <a:path w="24921" h="34234" extrusionOk="0">
                <a:moveTo>
                  <a:pt x="1" y="1"/>
                </a:moveTo>
                <a:cubicBezTo>
                  <a:pt x="322" y="7272"/>
                  <a:pt x="2047" y="12141"/>
                  <a:pt x="11708" y="11532"/>
                </a:cubicBezTo>
                <a:cubicBezTo>
                  <a:pt x="15523" y="11292"/>
                  <a:pt x="16436" y="14101"/>
                  <a:pt x="15020" y="17598"/>
                </a:cubicBezTo>
                <a:cubicBezTo>
                  <a:pt x="12526" y="23744"/>
                  <a:pt x="9384" y="32054"/>
                  <a:pt x="24920" y="34233"/>
                </a:cubicBezTo>
                <a:lnTo>
                  <a:pt x="2492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52" y="-70800"/>
            <a:ext cx="2745371" cy="66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367800" y="1055225"/>
            <a:ext cx="374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362900" y="1810400"/>
            <a:ext cx="37443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4245756"/>
            <a:ext cx="9144000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7"/>
          <p:cNvSpPr/>
          <p:nvPr/>
        </p:nvSpPr>
        <p:spPr>
          <a:xfrm rot="5400000">
            <a:off x="7627431" y="3257087"/>
            <a:ext cx="2151024" cy="1948905"/>
          </a:xfrm>
          <a:custGeom>
            <a:avLst/>
            <a:gdLst/>
            <a:ahLst/>
            <a:cxnLst/>
            <a:rect l="l" t="t" r="r" b="b"/>
            <a:pathLst>
              <a:path w="29456" h="17199" extrusionOk="0">
                <a:moveTo>
                  <a:pt x="2737" y="0"/>
                </a:moveTo>
                <a:cubicBezTo>
                  <a:pt x="1797" y="918"/>
                  <a:pt x="872" y="1945"/>
                  <a:pt x="556" y="3222"/>
                </a:cubicBezTo>
                <a:cubicBezTo>
                  <a:pt x="1" y="5461"/>
                  <a:pt x="1573" y="7800"/>
                  <a:pt x="3628" y="8846"/>
                </a:cubicBezTo>
                <a:cubicBezTo>
                  <a:pt x="4677" y="9381"/>
                  <a:pt x="5855" y="9658"/>
                  <a:pt x="7032" y="9658"/>
                </a:cubicBezTo>
                <a:cubicBezTo>
                  <a:pt x="7494" y="9658"/>
                  <a:pt x="7956" y="9615"/>
                  <a:pt x="8410" y="9529"/>
                </a:cubicBezTo>
                <a:cubicBezTo>
                  <a:pt x="9714" y="9282"/>
                  <a:pt x="10967" y="8684"/>
                  <a:pt x="12292" y="8684"/>
                </a:cubicBezTo>
                <a:cubicBezTo>
                  <a:pt x="12314" y="8684"/>
                  <a:pt x="12337" y="8684"/>
                  <a:pt x="12359" y="8684"/>
                </a:cubicBezTo>
                <a:cubicBezTo>
                  <a:pt x="13852" y="8708"/>
                  <a:pt x="15372" y="9676"/>
                  <a:pt x="15734" y="11126"/>
                </a:cubicBezTo>
                <a:cubicBezTo>
                  <a:pt x="16007" y="12220"/>
                  <a:pt x="15623" y="13430"/>
                  <a:pt x="16047" y="14475"/>
                </a:cubicBezTo>
                <a:cubicBezTo>
                  <a:pt x="16302" y="15107"/>
                  <a:pt x="16825" y="15594"/>
                  <a:pt x="17390" y="15976"/>
                </a:cubicBezTo>
                <a:cubicBezTo>
                  <a:pt x="18615" y="16801"/>
                  <a:pt x="20092" y="17198"/>
                  <a:pt x="21574" y="17198"/>
                </a:cubicBezTo>
                <a:cubicBezTo>
                  <a:pt x="22251" y="17198"/>
                  <a:pt x="22928" y="17115"/>
                  <a:pt x="23583" y="16953"/>
                </a:cubicBezTo>
                <a:cubicBezTo>
                  <a:pt x="25672" y="16434"/>
                  <a:pt x="27529" y="15157"/>
                  <a:pt x="28937" y="13529"/>
                </a:cubicBezTo>
                <a:lnTo>
                  <a:pt x="2945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7"/>
          <p:cNvSpPr/>
          <p:nvPr/>
        </p:nvSpPr>
        <p:spPr>
          <a:xfrm rot="-5400000" flipH="1">
            <a:off x="508095" y="-510195"/>
            <a:ext cx="1498366" cy="2514556"/>
          </a:xfrm>
          <a:custGeom>
            <a:avLst/>
            <a:gdLst/>
            <a:ahLst/>
            <a:cxnLst/>
            <a:rect l="l" t="t" r="r" b="b"/>
            <a:pathLst>
              <a:path w="24830" h="46409" extrusionOk="0">
                <a:moveTo>
                  <a:pt x="23815" y="0"/>
                </a:moveTo>
                <a:lnTo>
                  <a:pt x="0" y="0"/>
                </a:lnTo>
                <a:lnTo>
                  <a:pt x="0" y="46408"/>
                </a:lnTo>
                <a:cubicBezTo>
                  <a:pt x="8919" y="42992"/>
                  <a:pt x="9966" y="38648"/>
                  <a:pt x="7423" y="29634"/>
                </a:cubicBezTo>
                <a:cubicBezTo>
                  <a:pt x="3384" y="15320"/>
                  <a:pt x="13174" y="18559"/>
                  <a:pt x="18602" y="14529"/>
                </a:cubicBezTo>
                <a:cubicBezTo>
                  <a:pt x="24030" y="10496"/>
                  <a:pt x="24830" y="4935"/>
                  <a:pt x="23815" y="0"/>
                </a:cubicBez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1388100" y="110685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/>
          <p:nvPr/>
        </p:nvSpPr>
        <p:spPr>
          <a:xfrm flipH="1">
            <a:off x="6296537" y="-1035350"/>
            <a:ext cx="3827832" cy="1915232"/>
          </a:xfrm>
          <a:custGeom>
            <a:avLst/>
            <a:gdLst/>
            <a:ahLst/>
            <a:cxnLst/>
            <a:rect l="l" t="t" r="r" b="b"/>
            <a:pathLst>
              <a:path w="13907" h="15069" extrusionOk="0">
                <a:moveTo>
                  <a:pt x="7718" y="14985"/>
                </a:moveTo>
                <a:cubicBezTo>
                  <a:pt x="11431" y="14483"/>
                  <a:pt x="13907" y="11705"/>
                  <a:pt x="13602" y="7941"/>
                </a:cubicBezTo>
                <a:cubicBezTo>
                  <a:pt x="12988" y="330"/>
                  <a:pt x="972" y="0"/>
                  <a:pt x="303" y="8468"/>
                </a:cubicBezTo>
                <a:cubicBezTo>
                  <a:pt x="1" y="12317"/>
                  <a:pt x="3246" y="15069"/>
                  <a:pt x="6912" y="15028"/>
                </a:cubicBez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30059" y="3770312"/>
            <a:ext cx="6773509" cy="15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98759" y="3770296"/>
            <a:ext cx="6773501" cy="152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666" y="3770312"/>
            <a:ext cx="1037124" cy="78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720100" y="534998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2241550" y="2207325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24900" y="4361404"/>
            <a:ext cx="9144000" cy="104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75175" y="-35300"/>
            <a:ext cx="2759975" cy="66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/>
          <p:nvPr/>
        </p:nvSpPr>
        <p:spPr>
          <a:xfrm rot="-5400000" flipH="1">
            <a:off x="344811" y="3664937"/>
            <a:ext cx="1186800" cy="1933622"/>
          </a:xfrm>
          <a:custGeom>
            <a:avLst/>
            <a:gdLst/>
            <a:ahLst/>
            <a:cxnLst/>
            <a:rect l="l" t="t" r="r" b="b"/>
            <a:pathLst>
              <a:path w="24921" h="34234" extrusionOk="0">
                <a:moveTo>
                  <a:pt x="1" y="1"/>
                </a:moveTo>
                <a:cubicBezTo>
                  <a:pt x="322" y="7272"/>
                  <a:pt x="2047" y="12141"/>
                  <a:pt x="11708" y="11532"/>
                </a:cubicBezTo>
                <a:cubicBezTo>
                  <a:pt x="15523" y="11292"/>
                  <a:pt x="16436" y="14101"/>
                  <a:pt x="15020" y="17598"/>
                </a:cubicBezTo>
                <a:cubicBezTo>
                  <a:pt x="12526" y="23744"/>
                  <a:pt x="9384" y="32054"/>
                  <a:pt x="24920" y="34233"/>
                </a:cubicBezTo>
                <a:lnTo>
                  <a:pt x="2492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/>
          <p:nvPr/>
        </p:nvSpPr>
        <p:spPr>
          <a:xfrm rot="5400000">
            <a:off x="7506527" y="-432028"/>
            <a:ext cx="1205621" cy="2069725"/>
          </a:xfrm>
          <a:custGeom>
            <a:avLst/>
            <a:gdLst/>
            <a:ahLst/>
            <a:cxnLst/>
            <a:rect l="l" t="t" r="r" b="b"/>
            <a:pathLst>
              <a:path w="24830" h="46409" extrusionOk="0">
                <a:moveTo>
                  <a:pt x="23815" y="0"/>
                </a:moveTo>
                <a:lnTo>
                  <a:pt x="0" y="0"/>
                </a:lnTo>
                <a:lnTo>
                  <a:pt x="0" y="46408"/>
                </a:lnTo>
                <a:cubicBezTo>
                  <a:pt x="8919" y="42992"/>
                  <a:pt x="9966" y="38648"/>
                  <a:pt x="7423" y="29634"/>
                </a:cubicBezTo>
                <a:cubicBezTo>
                  <a:pt x="3384" y="15320"/>
                  <a:pt x="13174" y="18559"/>
                  <a:pt x="18602" y="14529"/>
                </a:cubicBezTo>
                <a:cubicBezTo>
                  <a:pt x="24030" y="10496"/>
                  <a:pt x="24830" y="4935"/>
                  <a:pt x="2381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720000" y="40358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716592" y="4433600"/>
            <a:ext cx="6773509" cy="15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85679" y="4492871"/>
            <a:ext cx="6773501" cy="152402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/>
          <p:nvPr/>
        </p:nvSpPr>
        <p:spPr>
          <a:xfrm rot="10800000" flipH="1">
            <a:off x="0" y="-2761"/>
            <a:ext cx="9144100" cy="572711"/>
          </a:xfrm>
          <a:custGeom>
            <a:avLst/>
            <a:gdLst/>
            <a:ahLst/>
            <a:cxnLst/>
            <a:rect l="l" t="t" r="r" b="b"/>
            <a:pathLst>
              <a:path w="120021" h="12052" extrusionOk="0">
                <a:moveTo>
                  <a:pt x="0" y="4058"/>
                </a:moveTo>
                <a:cubicBezTo>
                  <a:pt x="4119" y="756"/>
                  <a:pt x="10592" y="1"/>
                  <a:pt x="16024" y="4610"/>
                </a:cubicBezTo>
                <a:cubicBezTo>
                  <a:pt x="20288" y="8229"/>
                  <a:pt x="25095" y="8710"/>
                  <a:pt x="30118" y="8076"/>
                </a:cubicBezTo>
                <a:cubicBezTo>
                  <a:pt x="60461" y="4250"/>
                  <a:pt x="56265" y="2278"/>
                  <a:pt x="88006" y="7789"/>
                </a:cubicBezTo>
                <a:cubicBezTo>
                  <a:pt x="93710" y="8780"/>
                  <a:pt x="99197" y="8686"/>
                  <a:pt x="103997" y="4610"/>
                </a:cubicBezTo>
                <a:cubicBezTo>
                  <a:pt x="109428" y="1"/>
                  <a:pt x="115898" y="758"/>
                  <a:pt x="120020" y="4058"/>
                </a:cubicBezTo>
                <a:lnTo>
                  <a:pt x="120020" y="12051"/>
                </a:lnTo>
                <a:lnTo>
                  <a:pt x="4" y="12051"/>
                </a:lnTo>
                <a:lnTo>
                  <a:pt x="4" y="4058"/>
                </a:ln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1900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>
            <a:spLocks noGrp="1"/>
          </p:cNvSpPr>
          <p:nvPr>
            <p:ph type="subTitle" idx="1"/>
          </p:nvPr>
        </p:nvSpPr>
        <p:spPr>
          <a:xfrm>
            <a:off x="1938900" y="2830150"/>
            <a:ext cx="5279100" cy="315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/>
          <p:nvPr/>
        </p:nvSpPr>
        <p:spPr>
          <a:xfrm>
            <a:off x="3005041" y="4256437"/>
            <a:ext cx="3133992" cy="572702"/>
          </a:xfrm>
          <a:custGeom>
            <a:avLst/>
            <a:gdLst/>
            <a:ahLst/>
            <a:cxnLst/>
            <a:rect l="l" t="t" r="r" b="b"/>
            <a:pathLst>
              <a:path w="24982" h="4565" extrusionOk="0">
                <a:moveTo>
                  <a:pt x="24740" y="4109"/>
                </a:moveTo>
                <a:cubicBezTo>
                  <a:pt x="24631" y="4021"/>
                  <a:pt x="24509" y="4010"/>
                  <a:pt x="24421" y="4016"/>
                </a:cubicBezTo>
                <a:cubicBezTo>
                  <a:pt x="24449" y="3941"/>
                  <a:pt x="24464" y="3839"/>
                  <a:pt x="24392" y="3751"/>
                </a:cubicBezTo>
                <a:cubicBezTo>
                  <a:pt x="24316" y="3652"/>
                  <a:pt x="24145" y="3663"/>
                  <a:pt x="24024" y="3683"/>
                </a:cubicBezTo>
                <a:cubicBezTo>
                  <a:pt x="24059" y="3599"/>
                  <a:pt x="24067" y="3478"/>
                  <a:pt x="23946" y="3372"/>
                </a:cubicBezTo>
                <a:cubicBezTo>
                  <a:pt x="23829" y="3266"/>
                  <a:pt x="23713" y="3270"/>
                  <a:pt x="23625" y="3294"/>
                </a:cubicBezTo>
                <a:cubicBezTo>
                  <a:pt x="23625" y="3233"/>
                  <a:pt x="23598" y="3161"/>
                  <a:pt x="23498" y="3092"/>
                </a:cubicBezTo>
                <a:cubicBezTo>
                  <a:pt x="23404" y="3026"/>
                  <a:pt x="23308" y="3010"/>
                  <a:pt x="23230" y="3014"/>
                </a:cubicBezTo>
                <a:cubicBezTo>
                  <a:pt x="23295" y="2922"/>
                  <a:pt x="23349" y="2795"/>
                  <a:pt x="23255" y="2709"/>
                </a:cubicBezTo>
                <a:cubicBezTo>
                  <a:pt x="23201" y="2660"/>
                  <a:pt x="23140" y="2642"/>
                  <a:pt x="23081" y="2642"/>
                </a:cubicBezTo>
                <a:cubicBezTo>
                  <a:pt x="23189" y="2533"/>
                  <a:pt x="23287" y="2382"/>
                  <a:pt x="23154" y="2300"/>
                </a:cubicBezTo>
                <a:cubicBezTo>
                  <a:pt x="23068" y="2247"/>
                  <a:pt x="22980" y="2251"/>
                  <a:pt x="22907" y="2269"/>
                </a:cubicBezTo>
                <a:cubicBezTo>
                  <a:pt x="22946" y="2157"/>
                  <a:pt x="22950" y="2005"/>
                  <a:pt x="22759" y="1932"/>
                </a:cubicBezTo>
                <a:cubicBezTo>
                  <a:pt x="22626" y="1879"/>
                  <a:pt x="22518" y="1891"/>
                  <a:pt x="22438" y="1921"/>
                </a:cubicBezTo>
                <a:cubicBezTo>
                  <a:pt x="22475" y="1797"/>
                  <a:pt x="22487" y="1629"/>
                  <a:pt x="22344" y="1568"/>
                </a:cubicBezTo>
                <a:cubicBezTo>
                  <a:pt x="22240" y="1520"/>
                  <a:pt x="22111" y="1535"/>
                  <a:pt x="22015" y="1561"/>
                </a:cubicBezTo>
                <a:cubicBezTo>
                  <a:pt x="22037" y="1502"/>
                  <a:pt x="22043" y="1435"/>
                  <a:pt x="21994" y="1359"/>
                </a:cubicBezTo>
                <a:cubicBezTo>
                  <a:pt x="21923" y="1240"/>
                  <a:pt x="21763" y="1220"/>
                  <a:pt x="21657" y="1220"/>
                </a:cubicBezTo>
                <a:cubicBezTo>
                  <a:pt x="21722" y="1093"/>
                  <a:pt x="21788" y="868"/>
                  <a:pt x="21511" y="753"/>
                </a:cubicBezTo>
                <a:cubicBezTo>
                  <a:pt x="21290" y="661"/>
                  <a:pt x="21104" y="800"/>
                  <a:pt x="20986" y="931"/>
                </a:cubicBezTo>
                <a:cubicBezTo>
                  <a:pt x="20990" y="784"/>
                  <a:pt x="20934" y="614"/>
                  <a:pt x="20687" y="594"/>
                </a:cubicBezTo>
                <a:cubicBezTo>
                  <a:pt x="20427" y="571"/>
                  <a:pt x="20321" y="743"/>
                  <a:pt x="20278" y="886"/>
                </a:cubicBezTo>
                <a:cubicBezTo>
                  <a:pt x="20214" y="774"/>
                  <a:pt x="20102" y="651"/>
                  <a:pt x="19918" y="676"/>
                </a:cubicBezTo>
                <a:cubicBezTo>
                  <a:pt x="19725" y="702"/>
                  <a:pt x="19674" y="862"/>
                  <a:pt x="19666" y="1001"/>
                </a:cubicBezTo>
                <a:cubicBezTo>
                  <a:pt x="19590" y="917"/>
                  <a:pt x="19476" y="837"/>
                  <a:pt x="19328" y="882"/>
                </a:cubicBezTo>
                <a:cubicBezTo>
                  <a:pt x="19154" y="937"/>
                  <a:pt x="19112" y="1154"/>
                  <a:pt x="19101" y="1306"/>
                </a:cubicBezTo>
                <a:cubicBezTo>
                  <a:pt x="19067" y="1285"/>
                  <a:pt x="19022" y="1277"/>
                  <a:pt x="18964" y="1289"/>
                </a:cubicBezTo>
                <a:cubicBezTo>
                  <a:pt x="18864" y="1312"/>
                  <a:pt x="18815" y="1422"/>
                  <a:pt x="18792" y="1523"/>
                </a:cubicBezTo>
                <a:cubicBezTo>
                  <a:pt x="18731" y="1453"/>
                  <a:pt x="18635" y="1400"/>
                  <a:pt x="18488" y="1480"/>
                </a:cubicBezTo>
                <a:cubicBezTo>
                  <a:pt x="18342" y="1557"/>
                  <a:pt x="18312" y="1686"/>
                  <a:pt x="18314" y="1786"/>
                </a:cubicBezTo>
                <a:cubicBezTo>
                  <a:pt x="18240" y="1741"/>
                  <a:pt x="18127" y="1715"/>
                  <a:pt x="17982" y="1766"/>
                </a:cubicBezTo>
                <a:cubicBezTo>
                  <a:pt x="17808" y="1827"/>
                  <a:pt x="17810" y="2011"/>
                  <a:pt x="17843" y="2161"/>
                </a:cubicBezTo>
                <a:cubicBezTo>
                  <a:pt x="17796" y="2138"/>
                  <a:pt x="17739" y="2128"/>
                  <a:pt x="17669" y="2147"/>
                </a:cubicBezTo>
                <a:lnTo>
                  <a:pt x="17667" y="2147"/>
                </a:lnTo>
                <a:cubicBezTo>
                  <a:pt x="17583" y="2171"/>
                  <a:pt x="17530" y="2241"/>
                  <a:pt x="17493" y="2318"/>
                </a:cubicBezTo>
                <a:cubicBezTo>
                  <a:pt x="17481" y="2308"/>
                  <a:pt x="17465" y="2300"/>
                  <a:pt x="17450" y="2294"/>
                </a:cubicBezTo>
                <a:cubicBezTo>
                  <a:pt x="17370" y="2263"/>
                  <a:pt x="17280" y="2280"/>
                  <a:pt x="17209" y="2304"/>
                </a:cubicBezTo>
                <a:cubicBezTo>
                  <a:pt x="17250" y="2187"/>
                  <a:pt x="17270" y="2018"/>
                  <a:pt x="17113" y="1930"/>
                </a:cubicBezTo>
                <a:cubicBezTo>
                  <a:pt x="16982" y="1854"/>
                  <a:pt x="16851" y="1870"/>
                  <a:pt x="16759" y="1901"/>
                </a:cubicBezTo>
                <a:cubicBezTo>
                  <a:pt x="16796" y="1768"/>
                  <a:pt x="16804" y="1574"/>
                  <a:pt x="16589" y="1516"/>
                </a:cubicBezTo>
                <a:cubicBezTo>
                  <a:pt x="16448" y="1482"/>
                  <a:pt x="16325" y="1520"/>
                  <a:pt x="16233" y="1572"/>
                </a:cubicBezTo>
                <a:cubicBezTo>
                  <a:pt x="16255" y="1469"/>
                  <a:pt x="16241" y="1357"/>
                  <a:pt x="16098" y="1310"/>
                </a:cubicBezTo>
                <a:cubicBezTo>
                  <a:pt x="15955" y="1265"/>
                  <a:pt x="15816" y="1332"/>
                  <a:pt x="15723" y="1400"/>
                </a:cubicBezTo>
                <a:cubicBezTo>
                  <a:pt x="15721" y="1320"/>
                  <a:pt x="15689" y="1230"/>
                  <a:pt x="15576" y="1164"/>
                </a:cubicBezTo>
                <a:cubicBezTo>
                  <a:pt x="15445" y="1085"/>
                  <a:pt x="15312" y="1126"/>
                  <a:pt x="15220" y="1183"/>
                </a:cubicBezTo>
                <a:cubicBezTo>
                  <a:pt x="15230" y="1062"/>
                  <a:pt x="15183" y="911"/>
                  <a:pt x="14926" y="847"/>
                </a:cubicBezTo>
                <a:cubicBezTo>
                  <a:pt x="14676" y="784"/>
                  <a:pt x="14473" y="917"/>
                  <a:pt x="14353" y="1034"/>
                </a:cubicBezTo>
                <a:cubicBezTo>
                  <a:pt x="14351" y="1021"/>
                  <a:pt x="14349" y="1005"/>
                  <a:pt x="14345" y="995"/>
                </a:cubicBezTo>
                <a:cubicBezTo>
                  <a:pt x="14324" y="929"/>
                  <a:pt x="14283" y="880"/>
                  <a:pt x="14228" y="845"/>
                </a:cubicBezTo>
                <a:cubicBezTo>
                  <a:pt x="14175" y="811"/>
                  <a:pt x="14109" y="794"/>
                  <a:pt x="14038" y="788"/>
                </a:cubicBezTo>
                <a:cubicBezTo>
                  <a:pt x="13933" y="780"/>
                  <a:pt x="13808" y="800"/>
                  <a:pt x="13700" y="851"/>
                </a:cubicBezTo>
                <a:cubicBezTo>
                  <a:pt x="13721" y="776"/>
                  <a:pt x="13721" y="708"/>
                  <a:pt x="13708" y="653"/>
                </a:cubicBezTo>
                <a:cubicBezTo>
                  <a:pt x="13694" y="594"/>
                  <a:pt x="13663" y="549"/>
                  <a:pt x="13618" y="518"/>
                </a:cubicBezTo>
                <a:cubicBezTo>
                  <a:pt x="13577" y="487"/>
                  <a:pt x="13524" y="471"/>
                  <a:pt x="13465" y="473"/>
                </a:cubicBezTo>
                <a:cubicBezTo>
                  <a:pt x="13387" y="473"/>
                  <a:pt x="13297" y="502"/>
                  <a:pt x="13203" y="559"/>
                </a:cubicBezTo>
                <a:cubicBezTo>
                  <a:pt x="13225" y="430"/>
                  <a:pt x="13223" y="258"/>
                  <a:pt x="13054" y="207"/>
                </a:cubicBezTo>
                <a:cubicBezTo>
                  <a:pt x="12933" y="172"/>
                  <a:pt x="12828" y="236"/>
                  <a:pt x="12749" y="317"/>
                </a:cubicBezTo>
                <a:cubicBezTo>
                  <a:pt x="12738" y="225"/>
                  <a:pt x="12685" y="133"/>
                  <a:pt x="12534" y="88"/>
                </a:cubicBezTo>
                <a:cubicBezTo>
                  <a:pt x="12354" y="31"/>
                  <a:pt x="12215" y="109"/>
                  <a:pt x="12125" y="191"/>
                </a:cubicBezTo>
                <a:cubicBezTo>
                  <a:pt x="12112" y="92"/>
                  <a:pt x="12043" y="0"/>
                  <a:pt x="11832" y="13"/>
                </a:cubicBezTo>
                <a:cubicBezTo>
                  <a:pt x="11603" y="29"/>
                  <a:pt x="11509" y="191"/>
                  <a:pt x="11468" y="324"/>
                </a:cubicBezTo>
                <a:cubicBezTo>
                  <a:pt x="11409" y="225"/>
                  <a:pt x="11312" y="125"/>
                  <a:pt x="11161" y="154"/>
                </a:cubicBezTo>
                <a:cubicBezTo>
                  <a:pt x="10983" y="187"/>
                  <a:pt x="10924" y="375"/>
                  <a:pt x="10905" y="500"/>
                </a:cubicBezTo>
                <a:cubicBezTo>
                  <a:pt x="10852" y="471"/>
                  <a:pt x="10768" y="461"/>
                  <a:pt x="10639" y="491"/>
                </a:cubicBezTo>
                <a:cubicBezTo>
                  <a:pt x="10455" y="540"/>
                  <a:pt x="10427" y="698"/>
                  <a:pt x="10441" y="825"/>
                </a:cubicBezTo>
                <a:cubicBezTo>
                  <a:pt x="10365" y="776"/>
                  <a:pt x="10259" y="739"/>
                  <a:pt x="10124" y="776"/>
                </a:cubicBezTo>
                <a:cubicBezTo>
                  <a:pt x="9929" y="827"/>
                  <a:pt x="9888" y="1034"/>
                  <a:pt x="9888" y="1177"/>
                </a:cubicBezTo>
                <a:cubicBezTo>
                  <a:pt x="9827" y="1136"/>
                  <a:pt x="9737" y="1105"/>
                  <a:pt x="9608" y="1115"/>
                </a:cubicBezTo>
                <a:cubicBezTo>
                  <a:pt x="9463" y="1126"/>
                  <a:pt x="9371" y="1205"/>
                  <a:pt x="9318" y="1279"/>
                </a:cubicBezTo>
                <a:cubicBezTo>
                  <a:pt x="9287" y="1203"/>
                  <a:pt x="9219" y="1132"/>
                  <a:pt x="9086" y="1142"/>
                </a:cubicBezTo>
                <a:cubicBezTo>
                  <a:pt x="8919" y="1154"/>
                  <a:pt x="8818" y="1302"/>
                  <a:pt x="8773" y="1400"/>
                </a:cubicBezTo>
                <a:cubicBezTo>
                  <a:pt x="8722" y="1361"/>
                  <a:pt x="8634" y="1330"/>
                  <a:pt x="8483" y="1357"/>
                </a:cubicBezTo>
                <a:cubicBezTo>
                  <a:pt x="8389" y="1373"/>
                  <a:pt x="8319" y="1414"/>
                  <a:pt x="8266" y="1463"/>
                </a:cubicBezTo>
                <a:cubicBezTo>
                  <a:pt x="8258" y="1316"/>
                  <a:pt x="8207" y="1152"/>
                  <a:pt x="8021" y="1122"/>
                </a:cubicBezTo>
                <a:cubicBezTo>
                  <a:pt x="7836" y="1087"/>
                  <a:pt x="7703" y="1138"/>
                  <a:pt x="7624" y="1185"/>
                </a:cubicBezTo>
                <a:cubicBezTo>
                  <a:pt x="7618" y="995"/>
                  <a:pt x="7562" y="633"/>
                  <a:pt x="7294" y="624"/>
                </a:cubicBezTo>
                <a:cubicBezTo>
                  <a:pt x="7067" y="620"/>
                  <a:pt x="6914" y="763"/>
                  <a:pt x="6834" y="862"/>
                </a:cubicBezTo>
                <a:cubicBezTo>
                  <a:pt x="6781" y="743"/>
                  <a:pt x="6666" y="555"/>
                  <a:pt x="6462" y="579"/>
                </a:cubicBezTo>
                <a:cubicBezTo>
                  <a:pt x="6271" y="600"/>
                  <a:pt x="6151" y="778"/>
                  <a:pt x="6089" y="899"/>
                </a:cubicBezTo>
                <a:cubicBezTo>
                  <a:pt x="6032" y="796"/>
                  <a:pt x="5911" y="676"/>
                  <a:pt x="5668" y="725"/>
                </a:cubicBezTo>
                <a:cubicBezTo>
                  <a:pt x="5496" y="757"/>
                  <a:pt x="5408" y="921"/>
                  <a:pt x="5363" y="1093"/>
                </a:cubicBezTo>
                <a:cubicBezTo>
                  <a:pt x="5318" y="954"/>
                  <a:pt x="5236" y="839"/>
                  <a:pt x="5093" y="829"/>
                </a:cubicBezTo>
                <a:cubicBezTo>
                  <a:pt x="4919" y="819"/>
                  <a:pt x="4811" y="958"/>
                  <a:pt x="4747" y="1103"/>
                </a:cubicBezTo>
                <a:cubicBezTo>
                  <a:pt x="4708" y="962"/>
                  <a:pt x="4610" y="829"/>
                  <a:pt x="4381" y="831"/>
                </a:cubicBezTo>
                <a:cubicBezTo>
                  <a:pt x="4074" y="837"/>
                  <a:pt x="3959" y="1142"/>
                  <a:pt x="3918" y="1351"/>
                </a:cubicBezTo>
                <a:cubicBezTo>
                  <a:pt x="3833" y="1195"/>
                  <a:pt x="3673" y="1009"/>
                  <a:pt x="3415" y="1113"/>
                </a:cubicBezTo>
                <a:cubicBezTo>
                  <a:pt x="3182" y="1207"/>
                  <a:pt x="3153" y="1473"/>
                  <a:pt x="3172" y="1684"/>
                </a:cubicBezTo>
                <a:cubicBezTo>
                  <a:pt x="3047" y="1527"/>
                  <a:pt x="2844" y="1371"/>
                  <a:pt x="2566" y="1465"/>
                </a:cubicBezTo>
                <a:cubicBezTo>
                  <a:pt x="2233" y="1582"/>
                  <a:pt x="2284" y="1891"/>
                  <a:pt x="2359" y="2093"/>
                </a:cubicBezTo>
                <a:cubicBezTo>
                  <a:pt x="2241" y="2028"/>
                  <a:pt x="2069" y="1977"/>
                  <a:pt x="1883" y="2057"/>
                </a:cubicBezTo>
                <a:cubicBezTo>
                  <a:pt x="1637" y="2159"/>
                  <a:pt x="1654" y="2427"/>
                  <a:pt x="1695" y="2597"/>
                </a:cubicBezTo>
                <a:cubicBezTo>
                  <a:pt x="1568" y="2529"/>
                  <a:pt x="1363" y="2472"/>
                  <a:pt x="1144" y="2601"/>
                </a:cubicBezTo>
                <a:cubicBezTo>
                  <a:pt x="911" y="2742"/>
                  <a:pt x="899" y="3026"/>
                  <a:pt x="919" y="3210"/>
                </a:cubicBezTo>
                <a:cubicBezTo>
                  <a:pt x="807" y="3120"/>
                  <a:pt x="635" y="3049"/>
                  <a:pt x="481" y="3243"/>
                </a:cubicBezTo>
                <a:cubicBezTo>
                  <a:pt x="279" y="3499"/>
                  <a:pt x="48" y="3654"/>
                  <a:pt x="29" y="3665"/>
                </a:cubicBezTo>
                <a:cubicBezTo>
                  <a:pt x="11" y="3675"/>
                  <a:pt x="1" y="3695"/>
                  <a:pt x="3" y="3720"/>
                </a:cubicBezTo>
                <a:cubicBezTo>
                  <a:pt x="9" y="3751"/>
                  <a:pt x="33" y="3771"/>
                  <a:pt x="62" y="3767"/>
                </a:cubicBezTo>
                <a:cubicBezTo>
                  <a:pt x="473" y="3716"/>
                  <a:pt x="647" y="3732"/>
                  <a:pt x="805" y="3742"/>
                </a:cubicBezTo>
                <a:cubicBezTo>
                  <a:pt x="903" y="3751"/>
                  <a:pt x="999" y="3757"/>
                  <a:pt x="1142" y="3746"/>
                </a:cubicBezTo>
                <a:cubicBezTo>
                  <a:pt x="1318" y="3734"/>
                  <a:pt x="1461" y="3730"/>
                  <a:pt x="1619" y="3740"/>
                </a:cubicBezTo>
                <a:cubicBezTo>
                  <a:pt x="1778" y="3746"/>
                  <a:pt x="1956" y="3767"/>
                  <a:pt x="2212" y="3802"/>
                </a:cubicBezTo>
                <a:lnTo>
                  <a:pt x="2417" y="3828"/>
                </a:lnTo>
                <a:cubicBezTo>
                  <a:pt x="2932" y="3898"/>
                  <a:pt x="3630" y="3992"/>
                  <a:pt x="3990" y="3910"/>
                </a:cubicBezTo>
                <a:cubicBezTo>
                  <a:pt x="4184" y="3865"/>
                  <a:pt x="4534" y="3859"/>
                  <a:pt x="4995" y="3898"/>
                </a:cubicBezTo>
                <a:cubicBezTo>
                  <a:pt x="5461" y="3935"/>
                  <a:pt x="6038" y="4012"/>
                  <a:pt x="6687" y="4129"/>
                </a:cubicBezTo>
                <a:cubicBezTo>
                  <a:pt x="7474" y="4266"/>
                  <a:pt x="8336" y="4152"/>
                  <a:pt x="9023" y="4059"/>
                </a:cubicBezTo>
                <a:cubicBezTo>
                  <a:pt x="9473" y="3998"/>
                  <a:pt x="9848" y="3949"/>
                  <a:pt x="10062" y="3990"/>
                </a:cubicBezTo>
                <a:cubicBezTo>
                  <a:pt x="11067" y="4174"/>
                  <a:pt x="12380" y="4174"/>
                  <a:pt x="13676" y="4174"/>
                </a:cubicBezTo>
                <a:cubicBezTo>
                  <a:pt x="14627" y="4174"/>
                  <a:pt x="15568" y="4174"/>
                  <a:pt x="16368" y="4248"/>
                </a:cubicBezTo>
                <a:cubicBezTo>
                  <a:pt x="16665" y="4276"/>
                  <a:pt x="17008" y="4285"/>
                  <a:pt x="17350" y="4293"/>
                </a:cubicBezTo>
                <a:cubicBezTo>
                  <a:pt x="17919" y="4305"/>
                  <a:pt x="18488" y="4319"/>
                  <a:pt x="18866" y="4420"/>
                </a:cubicBezTo>
                <a:lnTo>
                  <a:pt x="18872" y="4420"/>
                </a:lnTo>
                <a:cubicBezTo>
                  <a:pt x="19326" y="4503"/>
                  <a:pt x="20194" y="4542"/>
                  <a:pt x="21110" y="4553"/>
                </a:cubicBezTo>
                <a:cubicBezTo>
                  <a:pt x="22416" y="4565"/>
                  <a:pt x="23825" y="4522"/>
                  <a:pt x="24265" y="4479"/>
                </a:cubicBezTo>
                <a:cubicBezTo>
                  <a:pt x="24562" y="4448"/>
                  <a:pt x="24916" y="4503"/>
                  <a:pt x="24918" y="4503"/>
                </a:cubicBezTo>
                <a:lnTo>
                  <a:pt x="24932" y="4503"/>
                </a:lnTo>
                <a:cubicBezTo>
                  <a:pt x="24961" y="4499"/>
                  <a:pt x="24981" y="4473"/>
                  <a:pt x="24977" y="4442"/>
                </a:cubicBezTo>
                <a:cubicBezTo>
                  <a:pt x="24961" y="4442"/>
                  <a:pt x="24932" y="4258"/>
                  <a:pt x="24740" y="4109"/>
                </a:cubicBezTo>
                <a:close/>
              </a:path>
            </a:pathLst>
          </a:custGeom>
          <a:solidFill>
            <a:srgbClr val="0026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634575"/>
            <a:ext cx="761400" cy="73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2" hasCustomPrompt="1"/>
          </p:nvPr>
        </p:nvSpPr>
        <p:spPr>
          <a:xfrm>
            <a:off x="3720400" y="1634575"/>
            <a:ext cx="761400" cy="73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3" hasCustomPrompt="1"/>
          </p:nvPr>
        </p:nvSpPr>
        <p:spPr>
          <a:xfrm>
            <a:off x="715100" y="2776475"/>
            <a:ext cx="761400" cy="73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4" hasCustomPrompt="1"/>
          </p:nvPr>
        </p:nvSpPr>
        <p:spPr>
          <a:xfrm>
            <a:off x="3720400" y="2776475"/>
            <a:ext cx="761400" cy="73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5"/>
          </p:nvPr>
        </p:nvSpPr>
        <p:spPr>
          <a:xfrm>
            <a:off x="720000" y="544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"/>
          </p:nvPr>
        </p:nvSpPr>
        <p:spPr>
          <a:xfrm>
            <a:off x="4634200" y="1779700"/>
            <a:ext cx="1201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6"/>
          </p:nvPr>
        </p:nvSpPr>
        <p:spPr>
          <a:xfrm>
            <a:off x="4634200" y="2902478"/>
            <a:ext cx="1201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7"/>
          </p:nvPr>
        </p:nvSpPr>
        <p:spPr>
          <a:xfrm>
            <a:off x="1636114" y="2902478"/>
            <a:ext cx="1201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8"/>
          </p:nvPr>
        </p:nvSpPr>
        <p:spPr>
          <a:xfrm>
            <a:off x="1633800" y="1779700"/>
            <a:ext cx="1201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39004" y="4000500"/>
            <a:ext cx="5662146" cy="127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199" y="4000499"/>
            <a:ext cx="5662151" cy="127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/>
          <p:nvPr/>
        </p:nvSpPr>
        <p:spPr>
          <a:xfrm rot="5400000">
            <a:off x="235269" y="-235262"/>
            <a:ext cx="1181120" cy="1651643"/>
          </a:xfrm>
          <a:custGeom>
            <a:avLst/>
            <a:gdLst/>
            <a:ahLst/>
            <a:cxnLst/>
            <a:rect l="l" t="t" r="r" b="b"/>
            <a:pathLst>
              <a:path w="23325" h="32617" extrusionOk="0">
                <a:moveTo>
                  <a:pt x="22682" y="32617"/>
                </a:moveTo>
                <a:cubicBezTo>
                  <a:pt x="23324" y="21921"/>
                  <a:pt x="16761" y="23230"/>
                  <a:pt x="11376" y="18954"/>
                </a:cubicBezTo>
                <a:cubicBezTo>
                  <a:pt x="4086" y="13170"/>
                  <a:pt x="15998" y="2562"/>
                  <a:pt x="1" y="0"/>
                </a:cubicBezTo>
                <a:lnTo>
                  <a:pt x="1" y="3261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6100" y="175013"/>
            <a:ext cx="191782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 hasCustomPrompt="1"/>
          </p:nvPr>
        </p:nvSpPr>
        <p:spPr>
          <a:xfrm>
            <a:off x="715100" y="3330025"/>
            <a:ext cx="33993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3" name="Google Shape;143;p20"/>
          <p:cNvSpPr txBox="1">
            <a:spLocks noGrp="1"/>
          </p:cNvSpPr>
          <p:nvPr>
            <p:ph type="subTitle" idx="1"/>
          </p:nvPr>
        </p:nvSpPr>
        <p:spPr>
          <a:xfrm>
            <a:off x="715100" y="3959852"/>
            <a:ext cx="33993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46811"/>
            <a:ext cx="33993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3"/>
          </p:nvPr>
        </p:nvSpPr>
        <p:spPr>
          <a:xfrm>
            <a:off x="715100" y="2676639"/>
            <a:ext cx="33993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763597"/>
            <a:ext cx="33993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5"/>
          </p:nvPr>
        </p:nvSpPr>
        <p:spPr>
          <a:xfrm>
            <a:off x="715100" y="1393425"/>
            <a:ext cx="33993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700822" y="2171701"/>
            <a:ext cx="1608565" cy="269343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/>
          <p:nvPr/>
        </p:nvSpPr>
        <p:spPr>
          <a:xfrm>
            <a:off x="7600950" y="-32625"/>
            <a:ext cx="1543046" cy="2119684"/>
          </a:xfrm>
          <a:custGeom>
            <a:avLst/>
            <a:gdLst/>
            <a:ahLst/>
            <a:cxnLst/>
            <a:rect l="l" t="t" r="r" b="b"/>
            <a:pathLst>
              <a:path w="24921" h="34234" extrusionOk="0">
                <a:moveTo>
                  <a:pt x="1" y="1"/>
                </a:moveTo>
                <a:cubicBezTo>
                  <a:pt x="322" y="7272"/>
                  <a:pt x="2047" y="12141"/>
                  <a:pt x="11708" y="11532"/>
                </a:cubicBezTo>
                <a:cubicBezTo>
                  <a:pt x="15523" y="11292"/>
                  <a:pt x="16436" y="14101"/>
                  <a:pt x="15020" y="17598"/>
                </a:cubicBezTo>
                <a:cubicBezTo>
                  <a:pt x="12526" y="23744"/>
                  <a:pt x="9384" y="32054"/>
                  <a:pt x="24920" y="34233"/>
                </a:cubicBezTo>
                <a:lnTo>
                  <a:pt x="2492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0" name="Google Shape;15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4409" y="-32624"/>
            <a:ext cx="2455199" cy="591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81256"/>
            <a:ext cx="9144000" cy="104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312850" y="817865"/>
            <a:ext cx="2378889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/>
          <p:nvPr/>
        </p:nvSpPr>
        <p:spPr>
          <a:xfrm rot="-5400000" flipH="1">
            <a:off x="7232634" y="-317484"/>
            <a:ext cx="1593914" cy="2228883"/>
          </a:xfrm>
          <a:custGeom>
            <a:avLst/>
            <a:gdLst/>
            <a:ahLst/>
            <a:cxnLst/>
            <a:rect l="l" t="t" r="r" b="b"/>
            <a:pathLst>
              <a:path w="23325" h="32617" extrusionOk="0">
                <a:moveTo>
                  <a:pt x="22682" y="32617"/>
                </a:moveTo>
                <a:cubicBezTo>
                  <a:pt x="23324" y="21921"/>
                  <a:pt x="16761" y="23230"/>
                  <a:pt x="11376" y="18954"/>
                </a:cubicBezTo>
                <a:cubicBezTo>
                  <a:pt x="4086" y="13170"/>
                  <a:pt x="15998" y="2562"/>
                  <a:pt x="1" y="0"/>
                </a:cubicBezTo>
                <a:lnTo>
                  <a:pt x="1" y="3261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61012" y="-12"/>
            <a:ext cx="1917824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4424531"/>
            <a:ext cx="9144000" cy="104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-1284100" y="4515048"/>
            <a:ext cx="3234544" cy="591053"/>
          </a:xfrm>
          <a:custGeom>
            <a:avLst/>
            <a:gdLst/>
            <a:ahLst/>
            <a:cxnLst/>
            <a:rect l="l" t="t" r="r" b="b"/>
            <a:pathLst>
              <a:path w="24982" h="4565" extrusionOk="0">
                <a:moveTo>
                  <a:pt x="24740" y="4109"/>
                </a:moveTo>
                <a:cubicBezTo>
                  <a:pt x="24631" y="4021"/>
                  <a:pt x="24509" y="4010"/>
                  <a:pt x="24421" y="4016"/>
                </a:cubicBezTo>
                <a:cubicBezTo>
                  <a:pt x="24449" y="3941"/>
                  <a:pt x="24464" y="3839"/>
                  <a:pt x="24392" y="3751"/>
                </a:cubicBezTo>
                <a:cubicBezTo>
                  <a:pt x="24316" y="3652"/>
                  <a:pt x="24145" y="3663"/>
                  <a:pt x="24024" y="3683"/>
                </a:cubicBezTo>
                <a:cubicBezTo>
                  <a:pt x="24059" y="3599"/>
                  <a:pt x="24067" y="3478"/>
                  <a:pt x="23946" y="3372"/>
                </a:cubicBezTo>
                <a:cubicBezTo>
                  <a:pt x="23829" y="3266"/>
                  <a:pt x="23713" y="3270"/>
                  <a:pt x="23625" y="3294"/>
                </a:cubicBezTo>
                <a:cubicBezTo>
                  <a:pt x="23625" y="3233"/>
                  <a:pt x="23598" y="3161"/>
                  <a:pt x="23498" y="3092"/>
                </a:cubicBezTo>
                <a:cubicBezTo>
                  <a:pt x="23404" y="3026"/>
                  <a:pt x="23308" y="3010"/>
                  <a:pt x="23230" y="3014"/>
                </a:cubicBezTo>
                <a:cubicBezTo>
                  <a:pt x="23295" y="2922"/>
                  <a:pt x="23349" y="2795"/>
                  <a:pt x="23255" y="2709"/>
                </a:cubicBezTo>
                <a:cubicBezTo>
                  <a:pt x="23201" y="2660"/>
                  <a:pt x="23140" y="2642"/>
                  <a:pt x="23081" y="2642"/>
                </a:cubicBezTo>
                <a:cubicBezTo>
                  <a:pt x="23189" y="2533"/>
                  <a:pt x="23287" y="2382"/>
                  <a:pt x="23154" y="2300"/>
                </a:cubicBezTo>
                <a:cubicBezTo>
                  <a:pt x="23068" y="2247"/>
                  <a:pt x="22980" y="2251"/>
                  <a:pt x="22907" y="2269"/>
                </a:cubicBezTo>
                <a:cubicBezTo>
                  <a:pt x="22946" y="2157"/>
                  <a:pt x="22950" y="2005"/>
                  <a:pt x="22759" y="1932"/>
                </a:cubicBezTo>
                <a:cubicBezTo>
                  <a:pt x="22626" y="1879"/>
                  <a:pt x="22518" y="1891"/>
                  <a:pt x="22438" y="1921"/>
                </a:cubicBezTo>
                <a:cubicBezTo>
                  <a:pt x="22475" y="1797"/>
                  <a:pt x="22487" y="1629"/>
                  <a:pt x="22344" y="1568"/>
                </a:cubicBezTo>
                <a:cubicBezTo>
                  <a:pt x="22240" y="1520"/>
                  <a:pt x="22111" y="1535"/>
                  <a:pt x="22015" y="1561"/>
                </a:cubicBezTo>
                <a:cubicBezTo>
                  <a:pt x="22037" y="1502"/>
                  <a:pt x="22043" y="1435"/>
                  <a:pt x="21994" y="1359"/>
                </a:cubicBezTo>
                <a:cubicBezTo>
                  <a:pt x="21923" y="1240"/>
                  <a:pt x="21763" y="1220"/>
                  <a:pt x="21657" y="1220"/>
                </a:cubicBezTo>
                <a:cubicBezTo>
                  <a:pt x="21722" y="1093"/>
                  <a:pt x="21788" y="868"/>
                  <a:pt x="21511" y="753"/>
                </a:cubicBezTo>
                <a:cubicBezTo>
                  <a:pt x="21290" y="661"/>
                  <a:pt x="21104" y="800"/>
                  <a:pt x="20986" y="931"/>
                </a:cubicBezTo>
                <a:cubicBezTo>
                  <a:pt x="20990" y="784"/>
                  <a:pt x="20934" y="614"/>
                  <a:pt x="20687" y="594"/>
                </a:cubicBezTo>
                <a:cubicBezTo>
                  <a:pt x="20427" y="571"/>
                  <a:pt x="20321" y="743"/>
                  <a:pt x="20278" y="886"/>
                </a:cubicBezTo>
                <a:cubicBezTo>
                  <a:pt x="20214" y="774"/>
                  <a:pt x="20102" y="651"/>
                  <a:pt x="19918" y="676"/>
                </a:cubicBezTo>
                <a:cubicBezTo>
                  <a:pt x="19725" y="702"/>
                  <a:pt x="19674" y="862"/>
                  <a:pt x="19666" y="1001"/>
                </a:cubicBezTo>
                <a:cubicBezTo>
                  <a:pt x="19590" y="917"/>
                  <a:pt x="19476" y="837"/>
                  <a:pt x="19328" y="882"/>
                </a:cubicBezTo>
                <a:cubicBezTo>
                  <a:pt x="19154" y="937"/>
                  <a:pt x="19112" y="1154"/>
                  <a:pt x="19101" y="1306"/>
                </a:cubicBezTo>
                <a:cubicBezTo>
                  <a:pt x="19067" y="1285"/>
                  <a:pt x="19022" y="1277"/>
                  <a:pt x="18964" y="1289"/>
                </a:cubicBezTo>
                <a:cubicBezTo>
                  <a:pt x="18864" y="1312"/>
                  <a:pt x="18815" y="1422"/>
                  <a:pt x="18792" y="1523"/>
                </a:cubicBezTo>
                <a:cubicBezTo>
                  <a:pt x="18731" y="1453"/>
                  <a:pt x="18635" y="1400"/>
                  <a:pt x="18488" y="1480"/>
                </a:cubicBezTo>
                <a:cubicBezTo>
                  <a:pt x="18342" y="1557"/>
                  <a:pt x="18312" y="1686"/>
                  <a:pt x="18314" y="1786"/>
                </a:cubicBezTo>
                <a:cubicBezTo>
                  <a:pt x="18240" y="1741"/>
                  <a:pt x="18127" y="1715"/>
                  <a:pt x="17982" y="1766"/>
                </a:cubicBezTo>
                <a:cubicBezTo>
                  <a:pt x="17808" y="1827"/>
                  <a:pt x="17810" y="2011"/>
                  <a:pt x="17843" y="2161"/>
                </a:cubicBezTo>
                <a:cubicBezTo>
                  <a:pt x="17796" y="2138"/>
                  <a:pt x="17739" y="2128"/>
                  <a:pt x="17669" y="2147"/>
                </a:cubicBezTo>
                <a:lnTo>
                  <a:pt x="17667" y="2147"/>
                </a:lnTo>
                <a:cubicBezTo>
                  <a:pt x="17583" y="2171"/>
                  <a:pt x="17530" y="2241"/>
                  <a:pt x="17493" y="2318"/>
                </a:cubicBezTo>
                <a:cubicBezTo>
                  <a:pt x="17481" y="2308"/>
                  <a:pt x="17465" y="2300"/>
                  <a:pt x="17450" y="2294"/>
                </a:cubicBezTo>
                <a:cubicBezTo>
                  <a:pt x="17370" y="2263"/>
                  <a:pt x="17280" y="2280"/>
                  <a:pt x="17209" y="2304"/>
                </a:cubicBezTo>
                <a:cubicBezTo>
                  <a:pt x="17250" y="2187"/>
                  <a:pt x="17270" y="2018"/>
                  <a:pt x="17113" y="1930"/>
                </a:cubicBezTo>
                <a:cubicBezTo>
                  <a:pt x="16982" y="1854"/>
                  <a:pt x="16851" y="1870"/>
                  <a:pt x="16759" y="1901"/>
                </a:cubicBezTo>
                <a:cubicBezTo>
                  <a:pt x="16796" y="1768"/>
                  <a:pt x="16804" y="1574"/>
                  <a:pt x="16589" y="1516"/>
                </a:cubicBezTo>
                <a:cubicBezTo>
                  <a:pt x="16448" y="1482"/>
                  <a:pt x="16325" y="1520"/>
                  <a:pt x="16233" y="1572"/>
                </a:cubicBezTo>
                <a:cubicBezTo>
                  <a:pt x="16255" y="1469"/>
                  <a:pt x="16241" y="1357"/>
                  <a:pt x="16098" y="1310"/>
                </a:cubicBezTo>
                <a:cubicBezTo>
                  <a:pt x="15955" y="1265"/>
                  <a:pt x="15816" y="1332"/>
                  <a:pt x="15723" y="1400"/>
                </a:cubicBezTo>
                <a:cubicBezTo>
                  <a:pt x="15721" y="1320"/>
                  <a:pt x="15689" y="1230"/>
                  <a:pt x="15576" y="1164"/>
                </a:cubicBezTo>
                <a:cubicBezTo>
                  <a:pt x="15445" y="1085"/>
                  <a:pt x="15312" y="1126"/>
                  <a:pt x="15220" y="1183"/>
                </a:cubicBezTo>
                <a:cubicBezTo>
                  <a:pt x="15230" y="1062"/>
                  <a:pt x="15183" y="911"/>
                  <a:pt x="14926" y="847"/>
                </a:cubicBezTo>
                <a:cubicBezTo>
                  <a:pt x="14676" y="784"/>
                  <a:pt x="14473" y="917"/>
                  <a:pt x="14353" y="1034"/>
                </a:cubicBezTo>
                <a:cubicBezTo>
                  <a:pt x="14351" y="1021"/>
                  <a:pt x="14349" y="1005"/>
                  <a:pt x="14345" y="995"/>
                </a:cubicBezTo>
                <a:cubicBezTo>
                  <a:pt x="14324" y="929"/>
                  <a:pt x="14283" y="880"/>
                  <a:pt x="14228" y="845"/>
                </a:cubicBezTo>
                <a:cubicBezTo>
                  <a:pt x="14175" y="811"/>
                  <a:pt x="14109" y="794"/>
                  <a:pt x="14038" y="788"/>
                </a:cubicBezTo>
                <a:cubicBezTo>
                  <a:pt x="13933" y="780"/>
                  <a:pt x="13808" y="800"/>
                  <a:pt x="13700" y="851"/>
                </a:cubicBezTo>
                <a:cubicBezTo>
                  <a:pt x="13721" y="776"/>
                  <a:pt x="13721" y="708"/>
                  <a:pt x="13708" y="653"/>
                </a:cubicBezTo>
                <a:cubicBezTo>
                  <a:pt x="13694" y="594"/>
                  <a:pt x="13663" y="549"/>
                  <a:pt x="13618" y="518"/>
                </a:cubicBezTo>
                <a:cubicBezTo>
                  <a:pt x="13577" y="487"/>
                  <a:pt x="13524" y="471"/>
                  <a:pt x="13465" y="473"/>
                </a:cubicBezTo>
                <a:cubicBezTo>
                  <a:pt x="13387" y="473"/>
                  <a:pt x="13297" y="502"/>
                  <a:pt x="13203" y="559"/>
                </a:cubicBezTo>
                <a:cubicBezTo>
                  <a:pt x="13225" y="430"/>
                  <a:pt x="13223" y="258"/>
                  <a:pt x="13054" y="207"/>
                </a:cubicBezTo>
                <a:cubicBezTo>
                  <a:pt x="12933" y="172"/>
                  <a:pt x="12828" y="236"/>
                  <a:pt x="12749" y="317"/>
                </a:cubicBezTo>
                <a:cubicBezTo>
                  <a:pt x="12738" y="225"/>
                  <a:pt x="12685" y="133"/>
                  <a:pt x="12534" y="88"/>
                </a:cubicBezTo>
                <a:cubicBezTo>
                  <a:pt x="12354" y="31"/>
                  <a:pt x="12215" y="109"/>
                  <a:pt x="12125" y="191"/>
                </a:cubicBezTo>
                <a:cubicBezTo>
                  <a:pt x="12112" y="92"/>
                  <a:pt x="12043" y="0"/>
                  <a:pt x="11832" y="13"/>
                </a:cubicBezTo>
                <a:cubicBezTo>
                  <a:pt x="11603" y="29"/>
                  <a:pt x="11509" y="191"/>
                  <a:pt x="11468" y="324"/>
                </a:cubicBezTo>
                <a:cubicBezTo>
                  <a:pt x="11409" y="225"/>
                  <a:pt x="11312" y="125"/>
                  <a:pt x="11161" y="154"/>
                </a:cubicBezTo>
                <a:cubicBezTo>
                  <a:pt x="10983" y="187"/>
                  <a:pt x="10924" y="375"/>
                  <a:pt x="10905" y="500"/>
                </a:cubicBezTo>
                <a:cubicBezTo>
                  <a:pt x="10852" y="471"/>
                  <a:pt x="10768" y="461"/>
                  <a:pt x="10639" y="491"/>
                </a:cubicBezTo>
                <a:cubicBezTo>
                  <a:pt x="10455" y="540"/>
                  <a:pt x="10427" y="698"/>
                  <a:pt x="10441" y="825"/>
                </a:cubicBezTo>
                <a:cubicBezTo>
                  <a:pt x="10365" y="776"/>
                  <a:pt x="10259" y="739"/>
                  <a:pt x="10124" y="776"/>
                </a:cubicBezTo>
                <a:cubicBezTo>
                  <a:pt x="9929" y="827"/>
                  <a:pt x="9888" y="1034"/>
                  <a:pt x="9888" y="1177"/>
                </a:cubicBezTo>
                <a:cubicBezTo>
                  <a:pt x="9827" y="1136"/>
                  <a:pt x="9737" y="1105"/>
                  <a:pt x="9608" y="1115"/>
                </a:cubicBezTo>
                <a:cubicBezTo>
                  <a:pt x="9463" y="1126"/>
                  <a:pt x="9371" y="1205"/>
                  <a:pt x="9318" y="1279"/>
                </a:cubicBezTo>
                <a:cubicBezTo>
                  <a:pt x="9287" y="1203"/>
                  <a:pt x="9219" y="1132"/>
                  <a:pt x="9086" y="1142"/>
                </a:cubicBezTo>
                <a:cubicBezTo>
                  <a:pt x="8919" y="1154"/>
                  <a:pt x="8818" y="1302"/>
                  <a:pt x="8773" y="1400"/>
                </a:cubicBezTo>
                <a:cubicBezTo>
                  <a:pt x="8722" y="1361"/>
                  <a:pt x="8634" y="1330"/>
                  <a:pt x="8483" y="1357"/>
                </a:cubicBezTo>
                <a:cubicBezTo>
                  <a:pt x="8389" y="1373"/>
                  <a:pt x="8319" y="1414"/>
                  <a:pt x="8266" y="1463"/>
                </a:cubicBezTo>
                <a:cubicBezTo>
                  <a:pt x="8258" y="1316"/>
                  <a:pt x="8207" y="1152"/>
                  <a:pt x="8021" y="1122"/>
                </a:cubicBezTo>
                <a:cubicBezTo>
                  <a:pt x="7836" y="1087"/>
                  <a:pt x="7703" y="1138"/>
                  <a:pt x="7624" y="1185"/>
                </a:cubicBezTo>
                <a:cubicBezTo>
                  <a:pt x="7618" y="995"/>
                  <a:pt x="7562" y="633"/>
                  <a:pt x="7294" y="624"/>
                </a:cubicBezTo>
                <a:cubicBezTo>
                  <a:pt x="7067" y="620"/>
                  <a:pt x="6914" y="763"/>
                  <a:pt x="6834" y="862"/>
                </a:cubicBezTo>
                <a:cubicBezTo>
                  <a:pt x="6781" y="743"/>
                  <a:pt x="6666" y="555"/>
                  <a:pt x="6462" y="579"/>
                </a:cubicBezTo>
                <a:cubicBezTo>
                  <a:pt x="6271" y="600"/>
                  <a:pt x="6151" y="778"/>
                  <a:pt x="6089" y="899"/>
                </a:cubicBezTo>
                <a:cubicBezTo>
                  <a:pt x="6032" y="796"/>
                  <a:pt x="5911" y="676"/>
                  <a:pt x="5668" y="725"/>
                </a:cubicBezTo>
                <a:cubicBezTo>
                  <a:pt x="5496" y="757"/>
                  <a:pt x="5408" y="921"/>
                  <a:pt x="5363" y="1093"/>
                </a:cubicBezTo>
                <a:cubicBezTo>
                  <a:pt x="5318" y="954"/>
                  <a:pt x="5236" y="839"/>
                  <a:pt x="5093" y="829"/>
                </a:cubicBezTo>
                <a:cubicBezTo>
                  <a:pt x="4919" y="819"/>
                  <a:pt x="4811" y="958"/>
                  <a:pt x="4747" y="1103"/>
                </a:cubicBezTo>
                <a:cubicBezTo>
                  <a:pt x="4708" y="962"/>
                  <a:pt x="4610" y="829"/>
                  <a:pt x="4381" y="831"/>
                </a:cubicBezTo>
                <a:cubicBezTo>
                  <a:pt x="4074" y="837"/>
                  <a:pt x="3959" y="1142"/>
                  <a:pt x="3918" y="1351"/>
                </a:cubicBezTo>
                <a:cubicBezTo>
                  <a:pt x="3833" y="1195"/>
                  <a:pt x="3673" y="1009"/>
                  <a:pt x="3415" y="1113"/>
                </a:cubicBezTo>
                <a:cubicBezTo>
                  <a:pt x="3182" y="1207"/>
                  <a:pt x="3153" y="1473"/>
                  <a:pt x="3172" y="1684"/>
                </a:cubicBezTo>
                <a:cubicBezTo>
                  <a:pt x="3047" y="1527"/>
                  <a:pt x="2844" y="1371"/>
                  <a:pt x="2566" y="1465"/>
                </a:cubicBezTo>
                <a:cubicBezTo>
                  <a:pt x="2233" y="1582"/>
                  <a:pt x="2284" y="1891"/>
                  <a:pt x="2359" y="2093"/>
                </a:cubicBezTo>
                <a:cubicBezTo>
                  <a:pt x="2241" y="2028"/>
                  <a:pt x="2069" y="1977"/>
                  <a:pt x="1883" y="2057"/>
                </a:cubicBezTo>
                <a:cubicBezTo>
                  <a:pt x="1637" y="2159"/>
                  <a:pt x="1654" y="2427"/>
                  <a:pt x="1695" y="2597"/>
                </a:cubicBezTo>
                <a:cubicBezTo>
                  <a:pt x="1568" y="2529"/>
                  <a:pt x="1363" y="2472"/>
                  <a:pt x="1144" y="2601"/>
                </a:cubicBezTo>
                <a:cubicBezTo>
                  <a:pt x="911" y="2742"/>
                  <a:pt x="899" y="3026"/>
                  <a:pt x="919" y="3210"/>
                </a:cubicBezTo>
                <a:cubicBezTo>
                  <a:pt x="807" y="3120"/>
                  <a:pt x="635" y="3049"/>
                  <a:pt x="481" y="3243"/>
                </a:cubicBezTo>
                <a:cubicBezTo>
                  <a:pt x="279" y="3499"/>
                  <a:pt x="48" y="3654"/>
                  <a:pt x="29" y="3665"/>
                </a:cubicBezTo>
                <a:cubicBezTo>
                  <a:pt x="11" y="3675"/>
                  <a:pt x="1" y="3695"/>
                  <a:pt x="3" y="3720"/>
                </a:cubicBezTo>
                <a:cubicBezTo>
                  <a:pt x="9" y="3751"/>
                  <a:pt x="33" y="3771"/>
                  <a:pt x="62" y="3767"/>
                </a:cubicBezTo>
                <a:cubicBezTo>
                  <a:pt x="473" y="3716"/>
                  <a:pt x="647" y="3732"/>
                  <a:pt x="805" y="3742"/>
                </a:cubicBezTo>
                <a:cubicBezTo>
                  <a:pt x="903" y="3751"/>
                  <a:pt x="999" y="3757"/>
                  <a:pt x="1142" y="3746"/>
                </a:cubicBezTo>
                <a:cubicBezTo>
                  <a:pt x="1318" y="3734"/>
                  <a:pt x="1461" y="3730"/>
                  <a:pt x="1619" y="3740"/>
                </a:cubicBezTo>
                <a:cubicBezTo>
                  <a:pt x="1778" y="3746"/>
                  <a:pt x="1956" y="3767"/>
                  <a:pt x="2212" y="3802"/>
                </a:cubicBezTo>
                <a:lnTo>
                  <a:pt x="2417" y="3828"/>
                </a:lnTo>
                <a:cubicBezTo>
                  <a:pt x="2932" y="3898"/>
                  <a:pt x="3630" y="3992"/>
                  <a:pt x="3990" y="3910"/>
                </a:cubicBezTo>
                <a:cubicBezTo>
                  <a:pt x="4184" y="3865"/>
                  <a:pt x="4534" y="3859"/>
                  <a:pt x="4995" y="3898"/>
                </a:cubicBezTo>
                <a:cubicBezTo>
                  <a:pt x="5461" y="3935"/>
                  <a:pt x="6038" y="4012"/>
                  <a:pt x="6687" y="4129"/>
                </a:cubicBezTo>
                <a:cubicBezTo>
                  <a:pt x="7474" y="4266"/>
                  <a:pt x="8336" y="4152"/>
                  <a:pt x="9023" y="4059"/>
                </a:cubicBezTo>
                <a:cubicBezTo>
                  <a:pt x="9473" y="3998"/>
                  <a:pt x="9848" y="3949"/>
                  <a:pt x="10062" y="3990"/>
                </a:cubicBezTo>
                <a:cubicBezTo>
                  <a:pt x="11067" y="4174"/>
                  <a:pt x="12380" y="4174"/>
                  <a:pt x="13676" y="4174"/>
                </a:cubicBezTo>
                <a:cubicBezTo>
                  <a:pt x="14627" y="4174"/>
                  <a:pt x="15568" y="4174"/>
                  <a:pt x="16368" y="4248"/>
                </a:cubicBezTo>
                <a:cubicBezTo>
                  <a:pt x="16665" y="4276"/>
                  <a:pt x="17008" y="4285"/>
                  <a:pt x="17350" y="4293"/>
                </a:cubicBezTo>
                <a:cubicBezTo>
                  <a:pt x="17919" y="4305"/>
                  <a:pt x="18488" y="4319"/>
                  <a:pt x="18866" y="4420"/>
                </a:cubicBezTo>
                <a:lnTo>
                  <a:pt x="18872" y="4420"/>
                </a:lnTo>
                <a:cubicBezTo>
                  <a:pt x="19326" y="4503"/>
                  <a:pt x="20194" y="4542"/>
                  <a:pt x="21110" y="4553"/>
                </a:cubicBezTo>
                <a:cubicBezTo>
                  <a:pt x="22416" y="4565"/>
                  <a:pt x="23825" y="4522"/>
                  <a:pt x="24265" y="4479"/>
                </a:cubicBezTo>
                <a:cubicBezTo>
                  <a:pt x="24562" y="4448"/>
                  <a:pt x="24916" y="4503"/>
                  <a:pt x="24918" y="4503"/>
                </a:cubicBezTo>
                <a:lnTo>
                  <a:pt x="24932" y="4503"/>
                </a:lnTo>
                <a:cubicBezTo>
                  <a:pt x="24961" y="4499"/>
                  <a:pt x="24981" y="4473"/>
                  <a:pt x="24977" y="4442"/>
                </a:cubicBezTo>
                <a:cubicBezTo>
                  <a:pt x="24961" y="4442"/>
                  <a:pt x="24932" y="4258"/>
                  <a:pt x="24740" y="4109"/>
                </a:cubicBezTo>
                <a:close/>
              </a:path>
            </a:pathLst>
          </a:custGeom>
          <a:solidFill>
            <a:srgbClr val="0026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0" y="4620406"/>
            <a:ext cx="9144000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/>
          <p:nvPr/>
        </p:nvSpPr>
        <p:spPr>
          <a:xfrm>
            <a:off x="-853155" y="-959925"/>
            <a:ext cx="1767545" cy="1915232"/>
          </a:xfrm>
          <a:custGeom>
            <a:avLst/>
            <a:gdLst/>
            <a:ahLst/>
            <a:cxnLst/>
            <a:rect l="l" t="t" r="r" b="b"/>
            <a:pathLst>
              <a:path w="13907" h="15069" extrusionOk="0">
                <a:moveTo>
                  <a:pt x="7718" y="14985"/>
                </a:moveTo>
                <a:cubicBezTo>
                  <a:pt x="11431" y="14483"/>
                  <a:pt x="13907" y="11705"/>
                  <a:pt x="13602" y="7941"/>
                </a:cubicBezTo>
                <a:cubicBezTo>
                  <a:pt x="12988" y="330"/>
                  <a:pt x="972" y="0"/>
                  <a:pt x="303" y="8468"/>
                </a:cubicBezTo>
                <a:cubicBezTo>
                  <a:pt x="1" y="12317"/>
                  <a:pt x="3246" y="15069"/>
                  <a:pt x="6912" y="15028"/>
                </a:cubicBez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2353" y="76201"/>
            <a:ext cx="2455199" cy="591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09075" y="3623391"/>
            <a:ext cx="6947400" cy="19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213" y="783663"/>
            <a:ext cx="2595451" cy="62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97550" y="2899646"/>
            <a:ext cx="6773501" cy="15240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/>
          <p:nvPr/>
        </p:nvSpPr>
        <p:spPr>
          <a:xfrm rot="-5400000">
            <a:off x="344811" y="-373386"/>
            <a:ext cx="1186800" cy="1933622"/>
          </a:xfrm>
          <a:custGeom>
            <a:avLst/>
            <a:gdLst/>
            <a:ahLst/>
            <a:cxnLst/>
            <a:rect l="l" t="t" r="r" b="b"/>
            <a:pathLst>
              <a:path w="24921" h="34234" extrusionOk="0">
                <a:moveTo>
                  <a:pt x="1" y="1"/>
                </a:moveTo>
                <a:cubicBezTo>
                  <a:pt x="322" y="7272"/>
                  <a:pt x="2047" y="12141"/>
                  <a:pt x="11708" y="11532"/>
                </a:cubicBezTo>
                <a:cubicBezTo>
                  <a:pt x="15523" y="11292"/>
                  <a:pt x="16436" y="14101"/>
                  <a:pt x="15020" y="17598"/>
                </a:cubicBezTo>
                <a:cubicBezTo>
                  <a:pt x="12526" y="23744"/>
                  <a:pt x="9384" y="32054"/>
                  <a:pt x="24920" y="34233"/>
                </a:cubicBezTo>
                <a:lnTo>
                  <a:pt x="2492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8"/>
          <p:cNvSpPr/>
          <p:nvPr/>
        </p:nvSpPr>
        <p:spPr>
          <a:xfrm rot="9000033">
            <a:off x="1954049" y="136687"/>
            <a:ext cx="359303" cy="292351"/>
          </a:xfrm>
          <a:custGeom>
            <a:avLst/>
            <a:gdLst/>
            <a:ahLst/>
            <a:cxnLst/>
            <a:rect l="l" t="t" r="r" b="b"/>
            <a:pathLst>
              <a:path w="8385" h="6822" extrusionOk="0">
                <a:moveTo>
                  <a:pt x="6100" y="5412"/>
                </a:moveTo>
                <a:cubicBezTo>
                  <a:pt x="8385" y="2725"/>
                  <a:pt x="1940" y="0"/>
                  <a:pt x="524" y="2496"/>
                </a:cubicBezTo>
                <a:cubicBezTo>
                  <a:pt x="1" y="3423"/>
                  <a:pt x="512" y="5528"/>
                  <a:pt x="1950" y="6257"/>
                </a:cubicBezTo>
                <a:cubicBezTo>
                  <a:pt x="3061" y="6821"/>
                  <a:pt x="4921" y="6297"/>
                  <a:pt x="6100" y="541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8365" y="1800604"/>
            <a:ext cx="985085" cy="139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0498" y="2513174"/>
            <a:ext cx="1386580" cy="73052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8"/>
          <p:cNvSpPr/>
          <p:nvPr/>
        </p:nvSpPr>
        <p:spPr>
          <a:xfrm rot="257312">
            <a:off x="8399299" y="2998769"/>
            <a:ext cx="1199809" cy="273594"/>
          </a:xfrm>
          <a:custGeom>
            <a:avLst/>
            <a:gdLst/>
            <a:ahLst/>
            <a:cxnLst/>
            <a:rect l="l" t="t" r="r" b="b"/>
            <a:pathLst>
              <a:path w="20673" h="4390" extrusionOk="0">
                <a:moveTo>
                  <a:pt x="20490" y="3765"/>
                </a:moveTo>
                <a:cubicBezTo>
                  <a:pt x="20398" y="3681"/>
                  <a:pt x="20300" y="3673"/>
                  <a:pt x="20224" y="3681"/>
                </a:cubicBezTo>
                <a:cubicBezTo>
                  <a:pt x="20249" y="3608"/>
                  <a:pt x="20261" y="3501"/>
                  <a:pt x="20202" y="3417"/>
                </a:cubicBezTo>
                <a:cubicBezTo>
                  <a:pt x="20138" y="3323"/>
                  <a:pt x="19995" y="3336"/>
                  <a:pt x="19897" y="3360"/>
                </a:cubicBezTo>
                <a:cubicBezTo>
                  <a:pt x="19925" y="3274"/>
                  <a:pt x="19932" y="3155"/>
                  <a:pt x="19831" y="3049"/>
                </a:cubicBezTo>
                <a:cubicBezTo>
                  <a:pt x="19737" y="2947"/>
                  <a:pt x="19637" y="2955"/>
                  <a:pt x="19567" y="2980"/>
                </a:cubicBezTo>
                <a:cubicBezTo>
                  <a:pt x="19567" y="2918"/>
                  <a:pt x="19545" y="2849"/>
                  <a:pt x="19463" y="2781"/>
                </a:cubicBezTo>
                <a:cubicBezTo>
                  <a:pt x="19383" y="2718"/>
                  <a:pt x="19304" y="2707"/>
                  <a:pt x="19240" y="2712"/>
                </a:cubicBezTo>
                <a:cubicBezTo>
                  <a:pt x="19293" y="2617"/>
                  <a:pt x="19340" y="2491"/>
                  <a:pt x="19261" y="2407"/>
                </a:cubicBezTo>
                <a:cubicBezTo>
                  <a:pt x="19218" y="2360"/>
                  <a:pt x="19166" y="2345"/>
                  <a:pt x="19117" y="2343"/>
                </a:cubicBezTo>
                <a:cubicBezTo>
                  <a:pt x="19205" y="2229"/>
                  <a:pt x="19289" y="2077"/>
                  <a:pt x="19179" y="2002"/>
                </a:cubicBezTo>
                <a:cubicBezTo>
                  <a:pt x="19107" y="1950"/>
                  <a:pt x="19033" y="1957"/>
                  <a:pt x="18974" y="1977"/>
                </a:cubicBezTo>
                <a:cubicBezTo>
                  <a:pt x="19007" y="1862"/>
                  <a:pt x="19011" y="1711"/>
                  <a:pt x="18851" y="1644"/>
                </a:cubicBezTo>
                <a:cubicBezTo>
                  <a:pt x="18741" y="1594"/>
                  <a:pt x="18653" y="1609"/>
                  <a:pt x="18587" y="1644"/>
                </a:cubicBezTo>
                <a:cubicBezTo>
                  <a:pt x="18618" y="1515"/>
                  <a:pt x="18626" y="1351"/>
                  <a:pt x="18508" y="1292"/>
                </a:cubicBezTo>
                <a:cubicBezTo>
                  <a:pt x="18422" y="1249"/>
                  <a:pt x="18319" y="1265"/>
                  <a:pt x="18236" y="1292"/>
                </a:cubicBezTo>
                <a:cubicBezTo>
                  <a:pt x="18256" y="1234"/>
                  <a:pt x="18258" y="1165"/>
                  <a:pt x="18217" y="1091"/>
                </a:cubicBezTo>
                <a:cubicBezTo>
                  <a:pt x="18158" y="972"/>
                  <a:pt x="18029" y="958"/>
                  <a:pt x="17939" y="962"/>
                </a:cubicBezTo>
                <a:cubicBezTo>
                  <a:pt x="17994" y="835"/>
                  <a:pt x="18045" y="606"/>
                  <a:pt x="17816" y="498"/>
                </a:cubicBezTo>
                <a:cubicBezTo>
                  <a:pt x="17634" y="410"/>
                  <a:pt x="17481" y="555"/>
                  <a:pt x="17380" y="692"/>
                </a:cubicBezTo>
                <a:cubicBezTo>
                  <a:pt x="17380" y="543"/>
                  <a:pt x="17337" y="377"/>
                  <a:pt x="17133" y="361"/>
                </a:cubicBezTo>
                <a:cubicBezTo>
                  <a:pt x="16918" y="346"/>
                  <a:pt x="16832" y="518"/>
                  <a:pt x="16795" y="664"/>
                </a:cubicBezTo>
                <a:cubicBezTo>
                  <a:pt x="16742" y="551"/>
                  <a:pt x="16650" y="432"/>
                  <a:pt x="16497" y="461"/>
                </a:cubicBezTo>
                <a:cubicBezTo>
                  <a:pt x="16337" y="492"/>
                  <a:pt x="16294" y="655"/>
                  <a:pt x="16290" y="794"/>
                </a:cubicBezTo>
                <a:cubicBezTo>
                  <a:pt x="16224" y="709"/>
                  <a:pt x="16130" y="635"/>
                  <a:pt x="16010" y="684"/>
                </a:cubicBezTo>
                <a:cubicBezTo>
                  <a:pt x="15866" y="743"/>
                  <a:pt x="15832" y="960"/>
                  <a:pt x="15823" y="1112"/>
                </a:cubicBezTo>
                <a:cubicBezTo>
                  <a:pt x="15795" y="1093"/>
                  <a:pt x="15758" y="1085"/>
                  <a:pt x="15709" y="1101"/>
                </a:cubicBezTo>
                <a:cubicBezTo>
                  <a:pt x="15627" y="1126"/>
                  <a:pt x="15586" y="1238"/>
                  <a:pt x="15566" y="1337"/>
                </a:cubicBezTo>
                <a:cubicBezTo>
                  <a:pt x="15514" y="1267"/>
                  <a:pt x="15435" y="1216"/>
                  <a:pt x="15312" y="1300"/>
                </a:cubicBezTo>
                <a:cubicBezTo>
                  <a:pt x="15191" y="1382"/>
                  <a:pt x="15167" y="1513"/>
                  <a:pt x="15169" y="1613"/>
                </a:cubicBezTo>
                <a:cubicBezTo>
                  <a:pt x="15105" y="1572"/>
                  <a:pt x="15013" y="1545"/>
                  <a:pt x="14892" y="1599"/>
                </a:cubicBezTo>
                <a:cubicBezTo>
                  <a:pt x="14749" y="1666"/>
                  <a:pt x="14749" y="1850"/>
                  <a:pt x="14778" y="2002"/>
                </a:cubicBezTo>
                <a:cubicBezTo>
                  <a:pt x="14737" y="1977"/>
                  <a:pt x="14688" y="1971"/>
                  <a:pt x="14633" y="1991"/>
                </a:cubicBezTo>
                <a:lnTo>
                  <a:pt x="14629" y="1993"/>
                </a:lnTo>
                <a:cubicBezTo>
                  <a:pt x="14561" y="2018"/>
                  <a:pt x="14514" y="2090"/>
                  <a:pt x="14485" y="2169"/>
                </a:cubicBezTo>
                <a:cubicBezTo>
                  <a:pt x="14475" y="2159"/>
                  <a:pt x="14463" y="2151"/>
                  <a:pt x="14446" y="2147"/>
                </a:cubicBezTo>
                <a:cubicBezTo>
                  <a:pt x="14381" y="2118"/>
                  <a:pt x="14307" y="2137"/>
                  <a:pt x="14248" y="2165"/>
                </a:cubicBezTo>
                <a:cubicBezTo>
                  <a:pt x="14281" y="2045"/>
                  <a:pt x="14299" y="1875"/>
                  <a:pt x="14168" y="1791"/>
                </a:cubicBezTo>
                <a:cubicBezTo>
                  <a:pt x="14058" y="1719"/>
                  <a:pt x="13951" y="1740"/>
                  <a:pt x="13878" y="1770"/>
                </a:cubicBezTo>
                <a:cubicBezTo>
                  <a:pt x="13904" y="1637"/>
                  <a:pt x="13912" y="1441"/>
                  <a:pt x="13737" y="1394"/>
                </a:cubicBezTo>
                <a:cubicBezTo>
                  <a:pt x="13622" y="1361"/>
                  <a:pt x="13520" y="1404"/>
                  <a:pt x="13442" y="1459"/>
                </a:cubicBezTo>
                <a:cubicBezTo>
                  <a:pt x="13462" y="1357"/>
                  <a:pt x="13450" y="1245"/>
                  <a:pt x="13329" y="1204"/>
                </a:cubicBezTo>
                <a:cubicBezTo>
                  <a:pt x="13213" y="1163"/>
                  <a:pt x="13096" y="1230"/>
                  <a:pt x="13020" y="1302"/>
                </a:cubicBezTo>
                <a:cubicBezTo>
                  <a:pt x="13018" y="1224"/>
                  <a:pt x="12990" y="1136"/>
                  <a:pt x="12898" y="1071"/>
                </a:cubicBezTo>
                <a:cubicBezTo>
                  <a:pt x="12789" y="995"/>
                  <a:pt x="12681" y="1040"/>
                  <a:pt x="12603" y="1097"/>
                </a:cubicBezTo>
                <a:cubicBezTo>
                  <a:pt x="12611" y="979"/>
                  <a:pt x="12572" y="829"/>
                  <a:pt x="12360" y="770"/>
                </a:cubicBezTo>
                <a:cubicBezTo>
                  <a:pt x="12151" y="715"/>
                  <a:pt x="11987" y="852"/>
                  <a:pt x="11885" y="972"/>
                </a:cubicBezTo>
                <a:cubicBezTo>
                  <a:pt x="11883" y="960"/>
                  <a:pt x="11883" y="944"/>
                  <a:pt x="11877" y="934"/>
                </a:cubicBezTo>
                <a:cubicBezTo>
                  <a:pt x="11862" y="870"/>
                  <a:pt x="11826" y="819"/>
                  <a:pt x="11781" y="788"/>
                </a:cubicBezTo>
                <a:cubicBezTo>
                  <a:pt x="11736" y="758"/>
                  <a:pt x="11682" y="739"/>
                  <a:pt x="11623" y="737"/>
                </a:cubicBezTo>
                <a:cubicBezTo>
                  <a:pt x="11535" y="733"/>
                  <a:pt x="11435" y="758"/>
                  <a:pt x="11343" y="809"/>
                </a:cubicBezTo>
                <a:cubicBezTo>
                  <a:pt x="11361" y="729"/>
                  <a:pt x="11361" y="666"/>
                  <a:pt x="11347" y="610"/>
                </a:cubicBezTo>
                <a:cubicBezTo>
                  <a:pt x="11335" y="551"/>
                  <a:pt x="11310" y="508"/>
                  <a:pt x="11273" y="477"/>
                </a:cubicBezTo>
                <a:cubicBezTo>
                  <a:pt x="11238" y="449"/>
                  <a:pt x="11193" y="432"/>
                  <a:pt x="11146" y="436"/>
                </a:cubicBezTo>
                <a:cubicBezTo>
                  <a:pt x="11081" y="438"/>
                  <a:pt x="11005" y="469"/>
                  <a:pt x="10927" y="524"/>
                </a:cubicBezTo>
                <a:cubicBezTo>
                  <a:pt x="10948" y="398"/>
                  <a:pt x="10946" y="226"/>
                  <a:pt x="10805" y="181"/>
                </a:cubicBezTo>
                <a:cubicBezTo>
                  <a:pt x="10707" y="146"/>
                  <a:pt x="10621" y="215"/>
                  <a:pt x="10555" y="297"/>
                </a:cubicBezTo>
                <a:cubicBezTo>
                  <a:pt x="10545" y="205"/>
                  <a:pt x="10502" y="115"/>
                  <a:pt x="10379" y="72"/>
                </a:cubicBezTo>
                <a:cubicBezTo>
                  <a:pt x="10228" y="21"/>
                  <a:pt x="10113" y="101"/>
                  <a:pt x="10042" y="187"/>
                </a:cubicBezTo>
                <a:cubicBezTo>
                  <a:pt x="10027" y="91"/>
                  <a:pt x="9974" y="1"/>
                  <a:pt x="9798" y="19"/>
                </a:cubicBezTo>
                <a:cubicBezTo>
                  <a:pt x="9612" y="40"/>
                  <a:pt x="9532" y="203"/>
                  <a:pt x="9499" y="338"/>
                </a:cubicBezTo>
                <a:cubicBezTo>
                  <a:pt x="9450" y="244"/>
                  <a:pt x="9371" y="150"/>
                  <a:pt x="9246" y="181"/>
                </a:cubicBezTo>
                <a:cubicBezTo>
                  <a:pt x="9096" y="218"/>
                  <a:pt x="9045" y="406"/>
                  <a:pt x="9033" y="533"/>
                </a:cubicBezTo>
                <a:cubicBezTo>
                  <a:pt x="8990" y="508"/>
                  <a:pt x="8920" y="498"/>
                  <a:pt x="8814" y="533"/>
                </a:cubicBezTo>
                <a:cubicBezTo>
                  <a:pt x="8661" y="584"/>
                  <a:pt x="8640" y="745"/>
                  <a:pt x="8652" y="870"/>
                </a:cubicBezTo>
                <a:cubicBezTo>
                  <a:pt x="8591" y="825"/>
                  <a:pt x="8501" y="790"/>
                  <a:pt x="8389" y="831"/>
                </a:cubicBezTo>
                <a:cubicBezTo>
                  <a:pt x="8227" y="889"/>
                  <a:pt x="8196" y="1097"/>
                  <a:pt x="8194" y="1238"/>
                </a:cubicBezTo>
                <a:cubicBezTo>
                  <a:pt x="8143" y="1200"/>
                  <a:pt x="8069" y="1169"/>
                  <a:pt x="7961" y="1183"/>
                </a:cubicBezTo>
                <a:cubicBezTo>
                  <a:pt x="7842" y="1198"/>
                  <a:pt x="7764" y="1277"/>
                  <a:pt x="7719" y="1353"/>
                </a:cubicBezTo>
                <a:cubicBezTo>
                  <a:pt x="7693" y="1279"/>
                  <a:pt x="7640" y="1208"/>
                  <a:pt x="7529" y="1224"/>
                </a:cubicBezTo>
                <a:cubicBezTo>
                  <a:pt x="7388" y="1240"/>
                  <a:pt x="7306" y="1392"/>
                  <a:pt x="7269" y="1492"/>
                </a:cubicBezTo>
                <a:cubicBezTo>
                  <a:pt x="7228" y="1453"/>
                  <a:pt x="7153" y="1425"/>
                  <a:pt x="7028" y="1455"/>
                </a:cubicBezTo>
                <a:cubicBezTo>
                  <a:pt x="6948" y="1476"/>
                  <a:pt x="6891" y="1521"/>
                  <a:pt x="6850" y="1568"/>
                </a:cubicBezTo>
                <a:cubicBezTo>
                  <a:pt x="6844" y="1421"/>
                  <a:pt x="6801" y="1259"/>
                  <a:pt x="6645" y="1230"/>
                </a:cubicBezTo>
                <a:cubicBezTo>
                  <a:pt x="6492" y="1204"/>
                  <a:pt x="6381" y="1257"/>
                  <a:pt x="6318" y="1306"/>
                </a:cubicBezTo>
                <a:cubicBezTo>
                  <a:pt x="6310" y="1116"/>
                  <a:pt x="6267" y="756"/>
                  <a:pt x="6044" y="756"/>
                </a:cubicBezTo>
                <a:cubicBezTo>
                  <a:pt x="5858" y="756"/>
                  <a:pt x="5729" y="903"/>
                  <a:pt x="5663" y="1003"/>
                </a:cubicBezTo>
                <a:cubicBezTo>
                  <a:pt x="5618" y="882"/>
                  <a:pt x="5524" y="702"/>
                  <a:pt x="5352" y="729"/>
                </a:cubicBezTo>
                <a:cubicBezTo>
                  <a:pt x="5197" y="756"/>
                  <a:pt x="5097" y="938"/>
                  <a:pt x="5045" y="1060"/>
                </a:cubicBezTo>
                <a:cubicBezTo>
                  <a:pt x="4998" y="960"/>
                  <a:pt x="4898" y="842"/>
                  <a:pt x="4696" y="899"/>
                </a:cubicBezTo>
                <a:cubicBezTo>
                  <a:pt x="4554" y="938"/>
                  <a:pt x="4481" y="1103"/>
                  <a:pt x="4442" y="1275"/>
                </a:cubicBezTo>
                <a:cubicBezTo>
                  <a:pt x="4405" y="1136"/>
                  <a:pt x="4338" y="1024"/>
                  <a:pt x="4217" y="1020"/>
                </a:cubicBezTo>
                <a:cubicBezTo>
                  <a:pt x="4072" y="1013"/>
                  <a:pt x="3982" y="1157"/>
                  <a:pt x="3930" y="1302"/>
                </a:cubicBezTo>
                <a:cubicBezTo>
                  <a:pt x="3898" y="1163"/>
                  <a:pt x="3816" y="1032"/>
                  <a:pt x="3628" y="1040"/>
                </a:cubicBezTo>
                <a:cubicBezTo>
                  <a:pt x="3374" y="1052"/>
                  <a:pt x="3276" y="1361"/>
                  <a:pt x="3241" y="1572"/>
                </a:cubicBezTo>
                <a:cubicBezTo>
                  <a:pt x="3171" y="1418"/>
                  <a:pt x="3036" y="1234"/>
                  <a:pt x="2824" y="1349"/>
                </a:cubicBezTo>
                <a:cubicBezTo>
                  <a:pt x="2635" y="1451"/>
                  <a:pt x="2609" y="1717"/>
                  <a:pt x="2621" y="1926"/>
                </a:cubicBezTo>
                <a:cubicBezTo>
                  <a:pt x="2519" y="1772"/>
                  <a:pt x="2351" y="1625"/>
                  <a:pt x="2120" y="1727"/>
                </a:cubicBezTo>
                <a:cubicBezTo>
                  <a:pt x="1848" y="1850"/>
                  <a:pt x="1885" y="2159"/>
                  <a:pt x="1950" y="2362"/>
                </a:cubicBezTo>
                <a:cubicBezTo>
                  <a:pt x="1852" y="2300"/>
                  <a:pt x="1709" y="2257"/>
                  <a:pt x="1555" y="2335"/>
                </a:cubicBezTo>
                <a:cubicBezTo>
                  <a:pt x="1351" y="2444"/>
                  <a:pt x="1367" y="2712"/>
                  <a:pt x="1400" y="2881"/>
                </a:cubicBezTo>
                <a:cubicBezTo>
                  <a:pt x="1297" y="2816"/>
                  <a:pt x="1125" y="2763"/>
                  <a:pt x="943" y="2902"/>
                </a:cubicBezTo>
                <a:cubicBezTo>
                  <a:pt x="753" y="3047"/>
                  <a:pt x="739" y="3333"/>
                  <a:pt x="759" y="3516"/>
                </a:cubicBezTo>
                <a:cubicBezTo>
                  <a:pt x="667" y="3428"/>
                  <a:pt x="524" y="3362"/>
                  <a:pt x="397" y="3561"/>
                </a:cubicBezTo>
                <a:cubicBezTo>
                  <a:pt x="227" y="3825"/>
                  <a:pt x="37" y="3982"/>
                  <a:pt x="23" y="3992"/>
                </a:cubicBezTo>
                <a:cubicBezTo>
                  <a:pt x="8" y="4003"/>
                  <a:pt x="0" y="4023"/>
                  <a:pt x="2" y="4048"/>
                </a:cubicBezTo>
                <a:cubicBezTo>
                  <a:pt x="8" y="4078"/>
                  <a:pt x="29" y="4099"/>
                  <a:pt x="51" y="4093"/>
                </a:cubicBezTo>
                <a:cubicBezTo>
                  <a:pt x="391" y="4031"/>
                  <a:pt x="538" y="4039"/>
                  <a:pt x="665" y="4050"/>
                </a:cubicBezTo>
                <a:cubicBezTo>
                  <a:pt x="749" y="4054"/>
                  <a:pt x="827" y="4060"/>
                  <a:pt x="943" y="4043"/>
                </a:cubicBezTo>
                <a:cubicBezTo>
                  <a:pt x="1091" y="4027"/>
                  <a:pt x="1207" y="4019"/>
                  <a:pt x="1340" y="4023"/>
                </a:cubicBezTo>
                <a:cubicBezTo>
                  <a:pt x="1471" y="4029"/>
                  <a:pt x="1619" y="4043"/>
                  <a:pt x="1829" y="4070"/>
                </a:cubicBezTo>
                <a:lnTo>
                  <a:pt x="1997" y="4093"/>
                </a:lnTo>
                <a:cubicBezTo>
                  <a:pt x="2423" y="4150"/>
                  <a:pt x="3000" y="4226"/>
                  <a:pt x="3296" y="4131"/>
                </a:cubicBezTo>
                <a:cubicBezTo>
                  <a:pt x="3458" y="4080"/>
                  <a:pt x="3746" y="4068"/>
                  <a:pt x="4129" y="4090"/>
                </a:cubicBezTo>
                <a:cubicBezTo>
                  <a:pt x="4514" y="4115"/>
                  <a:pt x="4990" y="4176"/>
                  <a:pt x="5526" y="4273"/>
                </a:cubicBezTo>
                <a:cubicBezTo>
                  <a:pt x="6177" y="4389"/>
                  <a:pt x="6893" y="4248"/>
                  <a:pt x="7464" y="4142"/>
                </a:cubicBezTo>
                <a:cubicBezTo>
                  <a:pt x="7834" y="4070"/>
                  <a:pt x="8143" y="4011"/>
                  <a:pt x="8323" y="4043"/>
                </a:cubicBezTo>
                <a:cubicBezTo>
                  <a:pt x="9154" y="4203"/>
                  <a:pt x="10240" y="4166"/>
                  <a:pt x="11314" y="4131"/>
                </a:cubicBezTo>
                <a:cubicBezTo>
                  <a:pt x="12102" y="4105"/>
                  <a:pt x="12881" y="4080"/>
                  <a:pt x="13544" y="4133"/>
                </a:cubicBezTo>
                <a:cubicBezTo>
                  <a:pt x="13790" y="4154"/>
                  <a:pt x="14072" y="4154"/>
                  <a:pt x="14359" y="4152"/>
                </a:cubicBezTo>
                <a:cubicBezTo>
                  <a:pt x="14825" y="4150"/>
                  <a:pt x="15300" y="4146"/>
                  <a:pt x="15611" y="4238"/>
                </a:cubicBezTo>
                <a:lnTo>
                  <a:pt x="15613" y="4242"/>
                </a:lnTo>
                <a:cubicBezTo>
                  <a:pt x="15989" y="4313"/>
                  <a:pt x="16707" y="4328"/>
                  <a:pt x="17464" y="4313"/>
                </a:cubicBezTo>
                <a:cubicBezTo>
                  <a:pt x="18547" y="4289"/>
                  <a:pt x="19711" y="4211"/>
                  <a:pt x="20077" y="4154"/>
                </a:cubicBezTo>
                <a:cubicBezTo>
                  <a:pt x="20322" y="4115"/>
                  <a:pt x="20613" y="4162"/>
                  <a:pt x="20615" y="4162"/>
                </a:cubicBezTo>
                <a:cubicBezTo>
                  <a:pt x="20621" y="4164"/>
                  <a:pt x="20623" y="4162"/>
                  <a:pt x="20629" y="4162"/>
                </a:cubicBezTo>
                <a:cubicBezTo>
                  <a:pt x="20652" y="4156"/>
                  <a:pt x="20666" y="4129"/>
                  <a:pt x="20664" y="4101"/>
                </a:cubicBezTo>
                <a:cubicBezTo>
                  <a:pt x="20672" y="4095"/>
                  <a:pt x="20650" y="3910"/>
                  <a:pt x="20490" y="3765"/>
                </a:cubicBezTo>
                <a:close/>
                <a:moveTo>
                  <a:pt x="14880" y="2198"/>
                </a:moveTo>
                <a:lnTo>
                  <a:pt x="14880" y="2198"/>
                </a:lnTo>
                <a:close/>
              </a:path>
            </a:pathLst>
          </a:custGeom>
          <a:solidFill>
            <a:srgbClr val="0026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950" y="66438"/>
            <a:ext cx="2595451" cy="62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5300" y="2229800"/>
            <a:ext cx="2115201" cy="286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85679" y="3752825"/>
            <a:ext cx="6773509" cy="15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/>
          <p:nvPr/>
        </p:nvSpPr>
        <p:spPr>
          <a:xfrm rot="5400000" flipH="1">
            <a:off x="6255404" y="2254704"/>
            <a:ext cx="1390666" cy="4386927"/>
          </a:xfrm>
          <a:custGeom>
            <a:avLst/>
            <a:gdLst/>
            <a:ahLst/>
            <a:cxnLst/>
            <a:rect l="l" t="t" r="r" b="b"/>
            <a:pathLst>
              <a:path w="24830" h="46409" extrusionOk="0">
                <a:moveTo>
                  <a:pt x="23815" y="0"/>
                </a:moveTo>
                <a:lnTo>
                  <a:pt x="0" y="0"/>
                </a:lnTo>
                <a:lnTo>
                  <a:pt x="0" y="46408"/>
                </a:lnTo>
                <a:cubicBezTo>
                  <a:pt x="8919" y="42992"/>
                  <a:pt x="9966" y="38648"/>
                  <a:pt x="7423" y="29634"/>
                </a:cubicBezTo>
                <a:cubicBezTo>
                  <a:pt x="3384" y="15320"/>
                  <a:pt x="13174" y="18559"/>
                  <a:pt x="18602" y="14529"/>
                </a:cubicBezTo>
                <a:cubicBezTo>
                  <a:pt x="24030" y="10496"/>
                  <a:pt x="24830" y="4935"/>
                  <a:pt x="2381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/>
          <p:nvPr/>
        </p:nvSpPr>
        <p:spPr>
          <a:xfrm rot="5400000" flipH="1">
            <a:off x="7185430" y="-308345"/>
            <a:ext cx="1650206" cy="2266975"/>
          </a:xfrm>
          <a:custGeom>
            <a:avLst/>
            <a:gdLst/>
            <a:ahLst/>
            <a:cxnLst/>
            <a:rect l="l" t="t" r="r" b="b"/>
            <a:pathLst>
              <a:path w="24921" h="34234" extrusionOk="0">
                <a:moveTo>
                  <a:pt x="1" y="1"/>
                </a:moveTo>
                <a:cubicBezTo>
                  <a:pt x="322" y="7272"/>
                  <a:pt x="2047" y="12141"/>
                  <a:pt x="11708" y="11532"/>
                </a:cubicBezTo>
                <a:cubicBezTo>
                  <a:pt x="15523" y="11292"/>
                  <a:pt x="16436" y="14101"/>
                  <a:pt x="15020" y="17598"/>
                </a:cubicBezTo>
                <a:cubicBezTo>
                  <a:pt x="12526" y="23744"/>
                  <a:pt x="9384" y="32054"/>
                  <a:pt x="24920" y="34233"/>
                </a:cubicBezTo>
                <a:lnTo>
                  <a:pt x="24920" y="1"/>
                </a:ln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25697" y="753176"/>
            <a:ext cx="2455199" cy="591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378" y="3607560"/>
            <a:ext cx="493497" cy="1251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7600" y="3848892"/>
            <a:ext cx="493497" cy="1251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130" y="3452570"/>
            <a:ext cx="646936" cy="164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949" y="3504209"/>
            <a:ext cx="646936" cy="164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3475" y="2308412"/>
            <a:ext cx="2168825" cy="3061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8825" y="4295049"/>
            <a:ext cx="5005174" cy="1126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421392"/>
            <a:ext cx="4697519" cy="1056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45387" y="4179399"/>
            <a:ext cx="803474" cy="60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10574" y="4196200"/>
            <a:ext cx="745189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/>
          <p:nvPr/>
        </p:nvSpPr>
        <p:spPr>
          <a:xfrm rot="-5400000">
            <a:off x="780396" y="3391584"/>
            <a:ext cx="1049068" cy="2609810"/>
          </a:xfrm>
          <a:custGeom>
            <a:avLst/>
            <a:gdLst/>
            <a:ahLst/>
            <a:cxnLst/>
            <a:rect l="l" t="t" r="r" b="b"/>
            <a:pathLst>
              <a:path w="24830" h="46409" extrusionOk="0">
                <a:moveTo>
                  <a:pt x="23815" y="0"/>
                </a:moveTo>
                <a:lnTo>
                  <a:pt x="0" y="0"/>
                </a:lnTo>
                <a:lnTo>
                  <a:pt x="0" y="46408"/>
                </a:lnTo>
                <a:cubicBezTo>
                  <a:pt x="8919" y="42992"/>
                  <a:pt x="9966" y="38648"/>
                  <a:pt x="7423" y="29634"/>
                </a:cubicBezTo>
                <a:cubicBezTo>
                  <a:pt x="3384" y="15320"/>
                  <a:pt x="13174" y="18559"/>
                  <a:pt x="18602" y="14529"/>
                </a:cubicBezTo>
                <a:cubicBezTo>
                  <a:pt x="24030" y="10496"/>
                  <a:pt x="24830" y="4935"/>
                  <a:pt x="23815" y="0"/>
                </a:cubicBez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64691" y="124526"/>
            <a:ext cx="2455199" cy="591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6" r:id="rId10"/>
    <p:sldLayoutId id="2147483667" r:id="rId11"/>
    <p:sldLayoutId id="2147483668" r:id="rId12"/>
    <p:sldLayoutId id="2147483674" r:id="rId13"/>
    <p:sldLayoutId id="214748367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075" y="3623391"/>
            <a:ext cx="6947400" cy="19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0213" y="783663"/>
            <a:ext cx="2595451" cy="62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550" y="2899646"/>
            <a:ext cx="6773501" cy="152402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3"/>
          <p:cNvSpPr txBox="1">
            <a:spLocks noGrp="1"/>
          </p:cNvSpPr>
          <p:nvPr>
            <p:ph type="ctrTitle"/>
          </p:nvPr>
        </p:nvSpPr>
        <p:spPr>
          <a:xfrm>
            <a:off x="715100" y="850488"/>
            <a:ext cx="4752300" cy="20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sz="7200" dirty="0"/>
              <a:t>Energy </a:t>
            </a:r>
            <a:r>
              <a:rPr lang="fr-FR" sz="7200" dirty="0" err="1"/>
              <a:t>Supply</a:t>
            </a:r>
            <a:r>
              <a:rPr lang="fr-FR" sz="7200" dirty="0"/>
              <a:t> </a:t>
            </a:r>
            <a:r>
              <a:rPr lang="fr-FR" sz="7200" dirty="0" err="1"/>
              <a:t>Systems</a:t>
            </a:r>
            <a:endParaRPr sz="6000" dirty="0">
              <a:solidFill>
                <a:schemeClr val="dk2"/>
              </a:solidFill>
            </a:endParaRPr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1"/>
          </p:nvPr>
        </p:nvSpPr>
        <p:spPr>
          <a:xfrm>
            <a:off x="715100" y="3122913"/>
            <a:ext cx="35652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MADIEGA  Séripoughin Aida Justine</a:t>
            </a:r>
            <a:endParaRPr dirty="0"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8365" y="1800604"/>
            <a:ext cx="985085" cy="139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0498" y="2513174"/>
            <a:ext cx="1386580" cy="73052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/>
          <p:nvPr/>
        </p:nvSpPr>
        <p:spPr>
          <a:xfrm rot="257312">
            <a:off x="8399299" y="2998769"/>
            <a:ext cx="1199809" cy="273594"/>
          </a:xfrm>
          <a:custGeom>
            <a:avLst/>
            <a:gdLst/>
            <a:ahLst/>
            <a:cxnLst/>
            <a:rect l="l" t="t" r="r" b="b"/>
            <a:pathLst>
              <a:path w="20673" h="4390" extrusionOk="0">
                <a:moveTo>
                  <a:pt x="20490" y="3765"/>
                </a:moveTo>
                <a:cubicBezTo>
                  <a:pt x="20398" y="3681"/>
                  <a:pt x="20300" y="3673"/>
                  <a:pt x="20224" y="3681"/>
                </a:cubicBezTo>
                <a:cubicBezTo>
                  <a:pt x="20249" y="3608"/>
                  <a:pt x="20261" y="3501"/>
                  <a:pt x="20202" y="3417"/>
                </a:cubicBezTo>
                <a:cubicBezTo>
                  <a:pt x="20138" y="3323"/>
                  <a:pt x="19995" y="3336"/>
                  <a:pt x="19897" y="3360"/>
                </a:cubicBezTo>
                <a:cubicBezTo>
                  <a:pt x="19925" y="3274"/>
                  <a:pt x="19932" y="3155"/>
                  <a:pt x="19831" y="3049"/>
                </a:cubicBezTo>
                <a:cubicBezTo>
                  <a:pt x="19737" y="2947"/>
                  <a:pt x="19637" y="2955"/>
                  <a:pt x="19567" y="2980"/>
                </a:cubicBezTo>
                <a:cubicBezTo>
                  <a:pt x="19567" y="2918"/>
                  <a:pt x="19545" y="2849"/>
                  <a:pt x="19463" y="2781"/>
                </a:cubicBezTo>
                <a:cubicBezTo>
                  <a:pt x="19383" y="2718"/>
                  <a:pt x="19304" y="2707"/>
                  <a:pt x="19240" y="2712"/>
                </a:cubicBezTo>
                <a:cubicBezTo>
                  <a:pt x="19293" y="2617"/>
                  <a:pt x="19340" y="2491"/>
                  <a:pt x="19261" y="2407"/>
                </a:cubicBezTo>
                <a:cubicBezTo>
                  <a:pt x="19218" y="2360"/>
                  <a:pt x="19166" y="2345"/>
                  <a:pt x="19117" y="2343"/>
                </a:cubicBezTo>
                <a:cubicBezTo>
                  <a:pt x="19205" y="2229"/>
                  <a:pt x="19289" y="2077"/>
                  <a:pt x="19179" y="2002"/>
                </a:cubicBezTo>
                <a:cubicBezTo>
                  <a:pt x="19107" y="1950"/>
                  <a:pt x="19033" y="1957"/>
                  <a:pt x="18974" y="1977"/>
                </a:cubicBezTo>
                <a:cubicBezTo>
                  <a:pt x="19007" y="1862"/>
                  <a:pt x="19011" y="1711"/>
                  <a:pt x="18851" y="1644"/>
                </a:cubicBezTo>
                <a:cubicBezTo>
                  <a:pt x="18741" y="1594"/>
                  <a:pt x="18653" y="1609"/>
                  <a:pt x="18587" y="1644"/>
                </a:cubicBezTo>
                <a:cubicBezTo>
                  <a:pt x="18618" y="1515"/>
                  <a:pt x="18626" y="1351"/>
                  <a:pt x="18508" y="1292"/>
                </a:cubicBezTo>
                <a:cubicBezTo>
                  <a:pt x="18422" y="1249"/>
                  <a:pt x="18319" y="1265"/>
                  <a:pt x="18236" y="1292"/>
                </a:cubicBezTo>
                <a:cubicBezTo>
                  <a:pt x="18256" y="1234"/>
                  <a:pt x="18258" y="1165"/>
                  <a:pt x="18217" y="1091"/>
                </a:cubicBezTo>
                <a:cubicBezTo>
                  <a:pt x="18158" y="972"/>
                  <a:pt x="18029" y="958"/>
                  <a:pt x="17939" y="962"/>
                </a:cubicBezTo>
                <a:cubicBezTo>
                  <a:pt x="17994" y="835"/>
                  <a:pt x="18045" y="606"/>
                  <a:pt x="17816" y="498"/>
                </a:cubicBezTo>
                <a:cubicBezTo>
                  <a:pt x="17634" y="410"/>
                  <a:pt x="17481" y="555"/>
                  <a:pt x="17380" y="692"/>
                </a:cubicBezTo>
                <a:cubicBezTo>
                  <a:pt x="17380" y="543"/>
                  <a:pt x="17337" y="377"/>
                  <a:pt x="17133" y="361"/>
                </a:cubicBezTo>
                <a:cubicBezTo>
                  <a:pt x="16918" y="346"/>
                  <a:pt x="16832" y="518"/>
                  <a:pt x="16795" y="664"/>
                </a:cubicBezTo>
                <a:cubicBezTo>
                  <a:pt x="16742" y="551"/>
                  <a:pt x="16650" y="432"/>
                  <a:pt x="16497" y="461"/>
                </a:cubicBezTo>
                <a:cubicBezTo>
                  <a:pt x="16337" y="492"/>
                  <a:pt x="16294" y="655"/>
                  <a:pt x="16290" y="794"/>
                </a:cubicBezTo>
                <a:cubicBezTo>
                  <a:pt x="16224" y="709"/>
                  <a:pt x="16130" y="635"/>
                  <a:pt x="16010" y="684"/>
                </a:cubicBezTo>
                <a:cubicBezTo>
                  <a:pt x="15866" y="743"/>
                  <a:pt x="15832" y="960"/>
                  <a:pt x="15823" y="1112"/>
                </a:cubicBezTo>
                <a:cubicBezTo>
                  <a:pt x="15795" y="1093"/>
                  <a:pt x="15758" y="1085"/>
                  <a:pt x="15709" y="1101"/>
                </a:cubicBezTo>
                <a:cubicBezTo>
                  <a:pt x="15627" y="1126"/>
                  <a:pt x="15586" y="1238"/>
                  <a:pt x="15566" y="1337"/>
                </a:cubicBezTo>
                <a:cubicBezTo>
                  <a:pt x="15514" y="1267"/>
                  <a:pt x="15435" y="1216"/>
                  <a:pt x="15312" y="1300"/>
                </a:cubicBezTo>
                <a:cubicBezTo>
                  <a:pt x="15191" y="1382"/>
                  <a:pt x="15167" y="1513"/>
                  <a:pt x="15169" y="1613"/>
                </a:cubicBezTo>
                <a:cubicBezTo>
                  <a:pt x="15105" y="1572"/>
                  <a:pt x="15013" y="1545"/>
                  <a:pt x="14892" y="1599"/>
                </a:cubicBezTo>
                <a:cubicBezTo>
                  <a:pt x="14749" y="1666"/>
                  <a:pt x="14749" y="1850"/>
                  <a:pt x="14778" y="2002"/>
                </a:cubicBezTo>
                <a:cubicBezTo>
                  <a:pt x="14737" y="1977"/>
                  <a:pt x="14688" y="1971"/>
                  <a:pt x="14633" y="1991"/>
                </a:cubicBezTo>
                <a:lnTo>
                  <a:pt x="14629" y="1993"/>
                </a:lnTo>
                <a:cubicBezTo>
                  <a:pt x="14561" y="2018"/>
                  <a:pt x="14514" y="2090"/>
                  <a:pt x="14485" y="2169"/>
                </a:cubicBezTo>
                <a:cubicBezTo>
                  <a:pt x="14475" y="2159"/>
                  <a:pt x="14463" y="2151"/>
                  <a:pt x="14446" y="2147"/>
                </a:cubicBezTo>
                <a:cubicBezTo>
                  <a:pt x="14381" y="2118"/>
                  <a:pt x="14307" y="2137"/>
                  <a:pt x="14248" y="2165"/>
                </a:cubicBezTo>
                <a:cubicBezTo>
                  <a:pt x="14281" y="2045"/>
                  <a:pt x="14299" y="1875"/>
                  <a:pt x="14168" y="1791"/>
                </a:cubicBezTo>
                <a:cubicBezTo>
                  <a:pt x="14058" y="1719"/>
                  <a:pt x="13951" y="1740"/>
                  <a:pt x="13878" y="1770"/>
                </a:cubicBezTo>
                <a:cubicBezTo>
                  <a:pt x="13904" y="1637"/>
                  <a:pt x="13912" y="1441"/>
                  <a:pt x="13737" y="1394"/>
                </a:cubicBezTo>
                <a:cubicBezTo>
                  <a:pt x="13622" y="1361"/>
                  <a:pt x="13520" y="1404"/>
                  <a:pt x="13442" y="1459"/>
                </a:cubicBezTo>
                <a:cubicBezTo>
                  <a:pt x="13462" y="1357"/>
                  <a:pt x="13450" y="1245"/>
                  <a:pt x="13329" y="1204"/>
                </a:cubicBezTo>
                <a:cubicBezTo>
                  <a:pt x="13213" y="1163"/>
                  <a:pt x="13096" y="1230"/>
                  <a:pt x="13020" y="1302"/>
                </a:cubicBezTo>
                <a:cubicBezTo>
                  <a:pt x="13018" y="1224"/>
                  <a:pt x="12990" y="1136"/>
                  <a:pt x="12898" y="1071"/>
                </a:cubicBezTo>
                <a:cubicBezTo>
                  <a:pt x="12789" y="995"/>
                  <a:pt x="12681" y="1040"/>
                  <a:pt x="12603" y="1097"/>
                </a:cubicBezTo>
                <a:cubicBezTo>
                  <a:pt x="12611" y="979"/>
                  <a:pt x="12572" y="829"/>
                  <a:pt x="12360" y="770"/>
                </a:cubicBezTo>
                <a:cubicBezTo>
                  <a:pt x="12151" y="715"/>
                  <a:pt x="11987" y="852"/>
                  <a:pt x="11885" y="972"/>
                </a:cubicBezTo>
                <a:cubicBezTo>
                  <a:pt x="11883" y="960"/>
                  <a:pt x="11883" y="944"/>
                  <a:pt x="11877" y="934"/>
                </a:cubicBezTo>
                <a:cubicBezTo>
                  <a:pt x="11862" y="870"/>
                  <a:pt x="11826" y="819"/>
                  <a:pt x="11781" y="788"/>
                </a:cubicBezTo>
                <a:cubicBezTo>
                  <a:pt x="11736" y="758"/>
                  <a:pt x="11682" y="739"/>
                  <a:pt x="11623" y="737"/>
                </a:cubicBezTo>
                <a:cubicBezTo>
                  <a:pt x="11535" y="733"/>
                  <a:pt x="11435" y="758"/>
                  <a:pt x="11343" y="809"/>
                </a:cubicBezTo>
                <a:cubicBezTo>
                  <a:pt x="11361" y="729"/>
                  <a:pt x="11361" y="666"/>
                  <a:pt x="11347" y="610"/>
                </a:cubicBezTo>
                <a:cubicBezTo>
                  <a:pt x="11335" y="551"/>
                  <a:pt x="11310" y="508"/>
                  <a:pt x="11273" y="477"/>
                </a:cubicBezTo>
                <a:cubicBezTo>
                  <a:pt x="11238" y="449"/>
                  <a:pt x="11193" y="432"/>
                  <a:pt x="11146" y="436"/>
                </a:cubicBezTo>
                <a:cubicBezTo>
                  <a:pt x="11081" y="438"/>
                  <a:pt x="11005" y="469"/>
                  <a:pt x="10927" y="524"/>
                </a:cubicBezTo>
                <a:cubicBezTo>
                  <a:pt x="10948" y="398"/>
                  <a:pt x="10946" y="226"/>
                  <a:pt x="10805" y="181"/>
                </a:cubicBezTo>
                <a:cubicBezTo>
                  <a:pt x="10707" y="146"/>
                  <a:pt x="10621" y="215"/>
                  <a:pt x="10555" y="297"/>
                </a:cubicBezTo>
                <a:cubicBezTo>
                  <a:pt x="10545" y="205"/>
                  <a:pt x="10502" y="115"/>
                  <a:pt x="10379" y="72"/>
                </a:cubicBezTo>
                <a:cubicBezTo>
                  <a:pt x="10228" y="21"/>
                  <a:pt x="10113" y="101"/>
                  <a:pt x="10042" y="187"/>
                </a:cubicBezTo>
                <a:cubicBezTo>
                  <a:pt x="10027" y="91"/>
                  <a:pt x="9974" y="1"/>
                  <a:pt x="9798" y="19"/>
                </a:cubicBezTo>
                <a:cubicBezTo>
                  <a:pt x="9612" y="40"/>
                  <a:pt x="9532" y="203"/>
                  <a:pt x="9499" y="338"/>
                </a:cubicBezTo>
                <a:cubicBezTo>
                  <a:pt x="9450" y="244"/>
                  <a:pt x="9371" y="150"/>
                  <a:pt x="9246" y="181"/>
                </a:cubicBezTo>
                <a:cubicBezTo>
                  <a:pt x="9096" y="218"/>
                  <a:pt x="9045" y="406"/>
                  <a:pt x="9033" y="533"/>
                </a:cubicBezTo>
                <a:cubicBezTo>
                  <a:pt x="8990" y="508"/>
                  <a:pt x="8920" y="498"/>
                  <a:pt x="8814" y="533"/>
                </a:cubicBezTo>
                <a:cubicBezTo>
                  <a:pt x="8661" y="584"/>
                  <a:pt x="8640" y="745"/>
                  <a:pt x="8652" y="870"/>
                </a:cubicBezTo>
                <a:cubicBezTo>
                  <a:pt x="8591" y="825"/>
                  <a:pt x="8501" y="790"/>
                  <a:pt x="8389" y="831"/>
                </a:cubicBezTo>
                <a:cubicBezTo>
                  <a:pt x="8227" y="889"/>
                  <a:pt x="8196" y="1097"/>
                  <a:pt x="8194" y="1238"/>
                </a:cubicBezTo>
                <a:cubicBezTo>
                  <a:pt x="8143" y="1200"/>
                  <a:pt x="8069" y="1169"/>
                  <a:pt x="7961" y="1183"/>
                </a:cubicBezTo>
                <a:cubicBezTo>
                  <a:pt x="7842" y="1198"/>
                  <a:pt x="7764" y="1277"/>
                  <a:pt x="7719" y="1353"/>
                </a:cubicBezTo>
                <a:cubicBezTo>
                  <a:pt x="7693" y="1279"/>
                  <a:pt x="7640" y="1208"/>
                  <a:pt x="7529" y="1224"/>
                </a:cubicBezTo>
                <a:cubicBezTo>
                  <a:pt x="7388" y="1240"/>
                  <a:pt x="7306" y="1392"/>
                  <a:pt x="7269" y="1492"/>
                </a:cubicBezTo>
                <a:cubicBezTo>
                  <a:pt x="7228" y="1453"/>
                  <a:pt x="7153" y="1425"/>
                  <a:pt x="7028" y="1455"/>
                </a:cubicBezTo>
                <a:cubicBezTo>
                  <a:pt x="6948" y="1476"/>
                  <a:pt x="6891" y="1521"/>
                  <a:pt x="6850" y="1568"/>
                </a:cubicBezTo>
                <a:cubicBezTo>
                  <a:pt x="6844" y="1421"/>
                  <a:pt x="6801" y="1259"/>
                  <a:pt x="6645" y="1230"/>
                </a:cubicBezTo>
                <a:cubicBezTo>
                  <a:pt x="6492" y="1204"/>
                  <a:pt x="6381" y="1257"/>
                  <a:pt x="6318" y="1306"/>
                </a:cubicBezTo>
                <a:cubicBezTo>
                  <a:pt x="6310" y="1116"/>
                  <a:pt x="6267" y="756"/>
                  <a:pt x="6044" y="756"/>
                </a:cubicBezTo>
                <a:cubicBezTo>
                  <a:pt x="5858" y="756"/>
                  <a:pt x="5729" y="903"/>
                  <a:pt x="5663" y="1003"/>
                </a:cubicBezTo>
                <a:cubicBezTo>
                  <a:pt x="5618" y="882"/>
                  <a:pt x="5524" y="702"/>
                  <a:pt x="5352" y="729"/>
                </a:cubicBezTo>
                <a:cubicBezTo>
                  <a:pt x="5197" y="756"/>
                  <a:pt x="5097" y="938"/>
                  <a:pt x="5045" y="1060"/>
                </a:cubicBezTo>
                <a:cubicBezTo>
                  <a:pt x="4998" y="960"/>
                  <a:pt x="4898" y="842"/>
                  <a:pt x="4696" y="899"/>
                </a:cubicBezTo>
                <a:cubicBezTo>
                  <a:pt x="4554" y="938"/>
                  <a:pt x="4481" y="1103"/>
                  <a:pt x="4442" y="1275"/>
                </a:cubicBezTo>
                <a:cubicBezTo>
                  <a:pt x="4405" y="1136"/>
                  <a:pt x="4338" y="1024"/>
                  <a:pt x="4217" y="1020"/>
                </a:cubicBezTo>
                <a:cubicBezTo>
                  <a:pt x="4072" y="1013"/>
                  <a:pt x="3982" y="1157"/>
                  <a:pt x="3930" y="1302"/>
                </a:cubicBezTo>
                <a:cubicBezTo>
                  <a:pt x="3898" y="1163"/>
                  <a:pt x="3816" y="1032"/>
                  <a:pt x="3628" y="1040"/>
                </a:cubicBezTo>
                <a:cubicBezTo>
                  <a:pt x="3374" y="1052"/>
                  <a:pt x="3276" y="1361"/>
                  <a:pt x="3241" y="1572"/>
                </a:cubicBezTo>
                <a:cubicBezTo>
                  <a:pt x="3171" y="1418"/>
                  <a:pt x="3036" y="1234"/>
                  <a:pt x="2824" y="1349"/>
                </a:cubicBezTo>
                <a:cubicBezTo>
                  <a:pt x="2635" y="1451"/>
                  <a:pt x="2609" y="1717"/>
                  <a:pt x="2621" y="1926"/>
                </a:cubicBezTo>
                <a:cubicBezTo>
                  <a:pt x="2519" y="1772"/>
                  <a:pt x="2351" y="1625"/>
                  <a:pt x="2120" y="1727"/>
                </a:cubicBezTo>
                <a:cubicBezTo>
                  <a:pt x="1848" y="1850"/>
                  <a:pt x="1885" y="2159"/>
                  <a:pt x="1950" y="2362"/>
                </a:cubicBezTo>
                <a:cubicBezTo>
                  <a:pt x="1852" y="2300"/>
                  <a:pt x="1709" y="2257"/>
                  <a:pt x="1555" y="2335"/>
                </a:cubicBezTo>
                <a:cubicBezTo>
                  <a:pt x="1351" y="2444"/>
                  <a:pt x="1367" y="2712"/>
                  <a:pt x="1400" y="2881"/>
                </a:cubicBezTo>
                <a:cubicBezTo>
                  <a:pt x="1297" y="2816"/>
                  <a:pt x="1125" y="2763"/>
                  <a:pt x="943" y="2902"/>
                </a:cubicBezTo>
                <a:cubicBezTo>
                  <a:pt x="753" y="3047"/>
                  <a:pt x="739" y="3333"/>
                  <a:pt x="759" y="3516"/>
                </a:cubicBezTo>
                <a:cubicBezTo>
                  <a:pt x="667" y="3428"/>
                  <a:pt x="524" y="3362"/>
                  <a:pt x="397" y="3561"/>
                </a:cubicBezTo>
                <a:cubicBezTo>
                  <a:pt x="227" y="3825"/>
                  <a:pt x="37" y="3982"/>
                  <a:pt x="23" y="3992"/>
                </a:cubicBezTo>
                <a:cubicBezTo>
                  <a:pt x="8" y="4003"/>
                  <a:pt x="0" y="4023"/>
                  <a:pt x="2" y="4048"/>
                </a:cubicBezTo>
                <a:cubicBezTo>
                  <a:pt x="8" y="4078"/>
                  <a:pt x="29" y="4099"/>
                  <a:pt x="51" y="4093"/>
                </a:cubicBezTo>
                <a:cubicBezTo>
                  <a:pt x="391" y="4031"/>
                  <a:pt x="538" y="4039"/>
                  <a:pt x="665" y="4050"/>
                </a:cubicBezTo>
                <a:cubicBezTo>
                  <a:pt x="749" y="4054"/>
                  <a:pt x="827" y="4060"/>
                  <a:pt x="943" y="4043"/>
                </a:cubicBezTo>
                <a:cubicBezTo>
                  <a:pt x="1091" y="4027"/>
                  <a:pt x="1207" y="4019"/>
                  <a:pt x="1340" y="4023"/>
                </a:cubicBezTo>
                <a:cubicBezTo>
                  <a:pt x="1471" y="4029"/>
                  <a:pt x="1619" y="4043"/>
                  <a:pt x="1829" y="4070"/>
                </a:cubicBezTo>
                <a:lnTo>
                  <a:pt x="1997" y="4093"/>
                </a:lnTo>
                <a:cubicBezTo>
                  <a:pt x="2423" y="4150"/>
                  <a:pt x="3000" y="4226"/>
                  <a:pt x="3296" y="4131"/>
                </a:cubicBezTo>
                <a:cubicBezTo>
                  <a:pt x="3458" y="4080"/>
                  <a:pt x="3746" y="4068"/>
                  <a:pt x="4129" y="4090"/>
                </a:cubicBezTo>
                <a:cubicBezTo>
                  <a:pt x="4514" y="4115"/>
                  <a:pt x="4990" y="4176"/>
                  <a:pt x="5526" y="4273"/>
                </a:cubicBezTo>
                <a:cubicBezTo>
                  <a:pt x="6177" y="4389"/>
                  <a:pt x="6893" y="4248"/>
                  <a:pt x="7464" y="4142"/>
                </a:cubicBezTo>
                <a:cubicBezTo>
                  <a:pt x="7834" y="4070"/>
                  <a:pt x="8143" y="4011"/>
                  <a:pt x="8323" y="4043"/>
                </a:cubicBezTo>
                <a:cubicBezTo>
                  <a:pt x="9154" y="4203"/>
                  <a:pt x="10240" y="4166"/>
                  <a:pt x="11314" y="4131"/>
                </a:cubicBezTo>
                <a:cubicBezTo>
                  <a:pt x="12102" y="4105"/>
                  <a:pt x="12881" y="4080"/>
                  <a:pt x="13544" y="4133"/>
                </a:cubicBezTo>
                <a:cubicBezTo>
                  <a:pt x="13790" y="4154"/>
                  <a:pt x="14072" y="4154"/>
                  <a:pt x="14359" y="4152"/>
                </a:cubicBezTo>
                <a:cubicBezTo>
                  <a:pt x="14825" y="4150"/>
                  <a:pt x="15300" y="4146"/>
                  <a:pt x="15611" y="4238"/>
                </a:cubicBezTo>
                <a:lnTo>
                  <a:pt x="15613" y="4242"/>
                </a:lnTo>
                <a:cubicBezTo>
                  <a:pt x="15989" y="4313"/>
                  <a:pt x="16707" y="4328"/>
                  <a:pt x="17464" y="4313"/>
                </a:cubicBezTo>
                <a:cubicBezTo>
                  <a:pt x="18547" y="4289"/>
                  <a:pt x="19711" y="4211"/>
                  <a:pt x="20077" y="4154"/>
                </a:cubicBezTo>
                <a:cubicBezTo>
                  <a:pt x="20322" y="4115"/>
                  <a:pt x="20613" y="4162"/>
                  <a:pt x="20615" y="4162"/>
                </a:cubicBezTo>
                <a:cubicBezTo>
                  <a:pt x="20621" y="4164"/>
                  <a:pt x="20623" y="4162"/>
                  <a:pt x="20629" y="4162"/>
                </a:cubicBezTo>
                <a:cubicBezTo>
                  <a:pt x="20652" y="4156"/>
                  <a:pt x="20666" y="4129"/>
                  <a:pt x="20664" y="4101"/>
                </a:cubicBezTo>
                <a:cubicBezTo>
                  <a:pt x="20672" y="4095"/>
                  <a:pt x="20650" y="3910"/>
                  <a:pt x="20490" y="3765"/>
                </a:cubicBezTo>
                <a:close/>
                <a:moveTo>
                  <a:pt x="14880" y="2198"/>
                </a:moveTo>
                <a:lnTo>
                  <a:pt x="14880" y="2198"/>
                </a:lnTo>
                <a:close/>
              </a:path>
            </a:pathLst>
          </a:custGeom>
          <a:solidFill>
            <a:srgbClr val="0026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6" name="Google Shape;236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55300" y="2229800"/>
            <a:ext cx="2115201" cy="286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85679" y="3752825"/>
            <a:ext cx="6773509" cy="15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/>
          <p:nvPr/>
        </p:nvSpPr>
        <p:spPr>
          <a:xfrm rot="5400000" flipH="1">
            <a:off x="6255404" y="2254704"/>
            <a:ext cx="1390666" cy="4386927"/>
          </a:xfrm>
          <a:custGeom>
            <a:avLst/>
            <a:gdLst/>
            <a:ahLst/>
            <a:cxnLst/>
            <a:rect l="l" t="t" r="r" b="b"/>
            <a:pathLst>
              <a:path w="24830" h="46409" extrusionOk="0">
                <a:moveTo>
                  <a:pt x="23815" y="0"/>
                </a:moveTo>
                <a:lnTo>
                  <a:pt x="0" y="0"/>
                </a:lnTo>
                <a:lnTo>
                  <a:pt x="0" y="46408"/>
                </a:lnTo>
                <a:cubicBezTo>
                  <a:pt x="8919" y="42992"/>
                  <a:pt x="9966" y="38648"/>
                  <a:pt x="7423" y="29634"/>
                </a:cubicBezTo>
                <a:cubicBezTo>
                  <a:pt x="3384" y="15320"/>
                  <a:pt x="13174" y="18559"/>
                  <a:pt x="18602" y="14529"/>
                </a:cubicBezTo>
                <a:cubicBezTo>
                  <a:pt x="24030" y="10496"/>
                  <a:pt x="24830" y="4935"/>
                  <a:pt x="2381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What </a:t>
            </a:r>
            <a:r>
              <a:rPr lang="fr-FR" dirty="0" err="1"/>
              <a:t>does</a:t>
            </a:r>
            <a:r>
              <a:rPr lang="fr-FR" dirty="0"/>
              <a:t> Energy </a:t>
            </a:r>
            <a:r>
              <a:rPr lang="fr-FR" dirty="0" err="1"/>
              <a:t>Supply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 cover?</a:t>
            </a:r>
            <a:endParaRPr dirty="0"/>
          </a:p>
        </p:txBody>
      </p:sp>
      <p:sp>
        <p:nvSpPr>
          <p:cNvPr id="246" name="Google Shape;246;p34"/>
          <p:cNvSpPr txBox="1"/>
          <p:nvPr/>
        </p:nvSpPr>
        <p:spPr>
          <a:xfrm>
            <a:off x="720000" y="1314363"/>
            <a:ext cx="77040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47" name="Google Shape;247;p34"/>
          <p:cNvGraphicFramePr/>
          <p:nvPr>
            <p:extLst>
              <p:ext uri="{D42A27DB-BD31-4B8C-83A1-F6EECF244321}">
                <p14:modId xmlns:p14="http://schemas.microsoft.com/office/powerpoint/2010/main" val="3657535159"/>
              </p:ext>
            </p:extLst>
          </p:nvPr>
        </p:nvGraphicFramePr>
        <p:xfrm>
          <a:off x="720000" y="1776785"/>
          <a:ext cx="7704000" cy="1920160"/>
        </p:xfrm>
        <a:graphic>
          <a:graphicData uri="http://schemas.openxmlformats.org/drawingml/2006/table">
            <a:tbl>
              <a:tblPr>
                <a:noFill/>
                <a:tableStyleId>{5E861988-5A92-4821-BE25-C1E3E971F38B}</a:tableStyleId>
              </a:tblPr>
              <a:tblGrid>
                <a:gridCol w="24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Done / </a:t>
                      </a: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existing</a:t>
                      </a:r>
                      <a:endParaRPr lang="fr-FR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New (2026)</a:t>
                      </a:r>
                    </a:p>
                  </a:txBody>
                  <a:tcPr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Solar panel monitoring</a:t>
                      </a:r>
                    </a:p>
                  </a:txBody>
                  <a:tcPr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Carbon </a:t>
                      </a: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footprint</a:t>
                      </a: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calculator</a:t>
                      </a:r>
                      <a:endParaRPr lang="fr-FR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Energy </a:t>
                      </a: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consumption</a:t>
                      </a: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tracking</a:t>
                      </a:r>
                      <a:endParaRPr lang="fr-FR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Generator</a:t>
                      </a: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 backup </a:t>
                      </a: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mgmt</a:t>
                      </a:r>
                      <a:endParaRPr lang="fr-FR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Renewable</a:t>
                      </a: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energy</a:t>
                      </a: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mgmt</a:t>
                      </a:r>
                      <a:endParaRPr lang="fr-FR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FFFFFF"/>
                          </a:solidFill>
                        </a:rPr>
                        <a:t>Cost </a:t>
                      </a:r>
                      <a:r>
                        <a:rPr lang="fr-FR" dirty="0" err="1">
                          <a:solidFill>
                            <a:srgbClr val="FFFFFF"/>
                          </a:solidFill>
                        </a:rPr>
                        <a:t>optimization</a:t>
                      </a:r>
                      <a:endParaRPr lang="fr-FR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8" name="Google Shape;2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163" y="934158"/>
            <a:ext cx="1917824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5075" y="1838750"/>
            <a:ext cx="2543649" cy="42591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A65CFD-AA62-4FB0-1EF4-6698133F8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468794"/>
              </p:ext>
            </p:extLst>
          </p:nvPr>
        </p:nvGraphicFramePr>
        <p:xfrm>
          <a:off x="720000" y="1776785"/>
          <a:ext cx="7704000" cy="1920160"/>
        </p:xfrm>
        <a:graphic>
          <a:graphicData uri="http://schemas.openxmlformats.org/drawingml/2006/table">
            <a:tbl>
              <a:tblPr firstRow="1" bandRow="1">
                <a:tableStyleId>{5E861988-5A92-4821-BE25-C1E3E971F38B}</a:tableStyleId>
              </a:tblPr>
              <a:tblGrid>
                <a:gridCol w="2369564">
                  <a:extLst>
                    <a:ext uri="{9D8B030D-6E8A-4147-A177-3AD203B41FA5}">
                      <a16:colId xmlns:a16="http://schemas.microsoft.com/office/drawing/2014/main" val="2449433906"/>
                    </a:ext>
                  </a:extLst>
                </a:gridCol>
                <a:gridCol w="5334436">
                  <a:extLst>
                    <a:ext uri="{9D8B030D-6E8A-4147-A177-3AD203B41FA5}">
                      <a16:colId xmlns:a16="http://schemas.microsoft.com/office/drawing/2014/main" val="1431553892"/>
                    </a:ext>
                  </a:extLst>
                </a:gridCol>
              </a:tblGrid>
              <a:tr h="384032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908607"/>
                  </a:ext>
                </a:extLst>
              </a:tr>
              <a:tr h="384032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276385"/>
                  </a:ext>
                </a:extLst>
              </a:tr>
              <a:tr h="384032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869791"/>
                  </a:ext>
                </a:extLst>
              </a:tr>
              <a:tr h="384032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98609"/>
                  </a:ext>
                </a:extLst>
              </a:tr>
              <a:tr h="384032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5476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>
            <a:spLocks noGrp="1"/>
          </p:cNvSpPr>
          <p:nvPr>
            <p:ph type="title"/>
          </p:nvPr>
        </p:nvSpPr>
        <p:spPr>
          <a:xfrm>
            <a:off x="720000" y="1634575"/>
            <a:ext cx="761400" cy="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55" name="Google Shape;255;p35"/>
          <p:cNvSpPr txBox="1">
            <a:spLocks noGrp="1"/>
          </p:cNvSpPr>
          <p:nvPr>
            <p:ph type="title" idx="2"/>
          </p:nvPr>
        </p:nvSpPr>
        <p:spPr>
          <a:xfrm>
            <a:off x="3720400" y="1634575"/>
            <a:ext cx="761400" cy="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56" name="Google Shape;256;p35"/>
          <p:cNvSpPr txBox="1">
            <a:spLocks noGrp="1"/>
          </p:cNvSpPr>
          <p:nvPr>
            <p:ph type="title" idx="3"/>
          </p:nvPr>
        </p:nvSpPr>
        <p:spPr>
          <a:xfrm>
            <a:off x="715100" y="2776475"/>
            <a:ext cx="761400" cy="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57" name="Google Shape;257;p35"/>
          <p:cNvSpPr txBox="1">
            <a:spLocks noGrp="1"/>
          </p:cNvSpPr>
          <p:nvPr>
            <p:ph type="title" idx="4"/>
          </p:nvPr>
        </p:nvSpPr>
        <p:spPr>
          <a:xfrm>
            <a:off x="3720400" y="2776475"/>
            <a:ext cx="761400" cy="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58" name="Google Shape;258;p35"/>
          <p:cNvSpPr txBox="1">
            <a:spLocks noGrp="1"/>
          </p:cNvSpPr>
          <p:nvPr>
            <p:ph type="title" idx="5"/>
          </p:nvPr>
        </p:nvSpPr>
        <p:spPr>
          <a:xfrm>
            <a:off x="720000" y="544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Extended Energy </a:t>
            </a:r>
            <a:r>
              <a:rPr lang="fr-FR" dirty="0" err="1"/>
              <a:t>Consumption</a:t>
            </a:r>
            <a:endParaRPr dirty="0"/>
          </a:p>
        </p:txBody>
      </p:sp>
      <p:sp>
        <p:nvSpPr>
          <p:cNvPr id="259" name="Google Shape;259;p35"/>
          <p:cNvSpPr txBox="1">
            <a:spLocks noGrp="1"/>
          </p:cNvSpPr>
          <p:nvPr>
            <p:ph type="subTitle" idx="1"/>
          </p:nvPr>
        </p:nvSpPr>
        <p:spPr>
          <a:xfrm>
            <a:off x="4725600" y="1306561"/>
            <a:ext cx="1995200" cy="119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dirty="0"/>
              <a:t>Misc. </a:t>
            </a:r>
            <a:r>
              <a:rPr lang="fr-FR" dirty="0" err="1"/>
              <a:t>loads</a:t>
            </a:r>
            <a:r>
              <a:rPr lang="fr-FR" dirty="0"/>
              <a:t>: 15 kWh/</a:t>
            </a:r>
            <a:r>
              <a:rPr lang="fr-FR" dirty="0" err="1"/>
              <a:t>day</a:t>
            </a:r>
            <a:endParaRPr dirty="0"/>
          </a:p>
        </p:txBody>
      </p:sp>
      <p:sp>
        <p:nvSpPr>
          <p:cNvPr id="260" name="Google Shape;260;p35"/>
          <p:cNvSpPr txBox="1">
            <a:spLocks noGrp="1"/>
          </p:cNvSpPr>
          <p:nvPr>
            <p:ph type="subTitle" idx="6"/>
          </p:nvPr>
        </p:nvSpPr>
        <p:spPr>
          <a:xfrm>
            <a:off x="4725600" y="2731907"/>
            <a:ext cx="1846550" cy="8830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fr-FR" dirty="0" err="1"/>
              <a:t>Lighting</a:t>
            </a:r>
            <a:r>
              <a:rPr lang="fr-FR" dirty="0"/>
              <a:t>: 2 kWh/</a:t>
            </a:r>
            <a:r>
              <a:rPr lang="fr-FR" dirty="0" err="1"/>
              <a:t>day</a:t>
            </a:r>
            <a:endParaRPr dirty="0"/>
          </a:p>
        </p:txBody>
      </p:sp>
      <p:sp>
        <p:nvSpPr>
          <p:cNvPr id="261" name="Google Shape;261;p35"/>
          <p:cNvSpPr txBox="1">
            <a:spLocks noGrp="1"/>
          </p:cNvSpPr>
          <p:nvPr>
            <p:ph type="subTitle" idx="7"/>
          </p:nvPr>
        </p:nvSpPr>
        <p:spPr>
          <a:xfrm>
            <a:off x="1552186" y="2697901"/>
            <a:ext cx="1995200" cy="9350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fr-FR" b="1" dirty="0"/>
              <a:t>Storage/Cooling: 8 kWh/</a:t>
            </a:r>
            <a:r>
              <a:rPr lang="fr-FR" b="1" dirty="0" err="1"/>
              <a:t>day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262" name="Google Shape;262;p35"/>
          <p:cNvSpPr txBox="1">
            <a:spLocks noGrp="1"/>
          </p:cNvSpPr>
          <p:nvPr>
            <p:ph type="subTitle" idx="8"/>
          </p:nvPr>
        </p:nvSpPr>
        <p:spPr>
          <a:xfrm>
            <a:off x="1552186" y="1684726"/>
            <a:ext cx="1684364" cy="8513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fr-FR" dirty="0"/>
              <a:t>Pump: 6 kWh/</a:t>
            </a:r>
            <a:r>
              <a:rPr lang="fr-FR" dirty="0" err="1"/>
              <a:t>day</a:t>
            </a:r>
            <a:endParaRPr dirty="0"/>
          </a:p>
        </p:txBody>
      </p:sp>
      <p:pic>
        <p:nvPicPr>
          <p:cNvPr id="263" name="Google Shape;2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271" y="3891428"/>
            <a:ext cx="1045076" cy="78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7101" y="731975"/>
            <a:ext cx="2555800" cy="36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3525" y="3891423"/>
            <a:ext cx="958724" cy="73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4800" y="899625"/>
            <a:ext cx="1917824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5"/>
          <p:cNvSpPr/>
          <p:nvPr/>
        </p:nvSpPr>
        <p:spPr>
          <a:xfrm>
            <a:off x="0" y="4584375"/>
            <a:ext cx="9144100" cy="572711"/>
          </a:xfrm>
          <a:custGeom>
            <a:avLst/>
            <a:gdLst/>
            <a:ahLst/>
            <a:cxnLst/>
            <a:rect l="l" t="t" r="r" b="b"/>
            <a:pathLst>
              <a:path w="120021" h="12052" extrusionOk="0">
                <a:moveTo>
                  <a:pt x="0" y="4058"/>
                </a:moveTo>
                <a:cubicBezTo>
                  <a:pt x="4119" y="756"/>
                  <a:pt x="10592" y="1"/>
                  <a:pt x="16024" y="4610"/>
                </a:cubicBezTo>
                <a:cubicBezTo>
                  <a:pt x="20288" y="8229"/>
                  <a:pt x="25095" y="8710"/>
                  <a:pt x="30118" y="8076"/>
                </a:cubicBezTo>
                <a:cubicBezTo>
                  <a:pt x="60461" y="4250"/>
                  <a:pt x="56265" y="2278"/>
                  <a:pt x="88006" y="7789"/>
                </a:cubicBezTo>
                <a:cubicBezTo>
                  <a:pt x="93710" y="8780"/>
                  <a:pt x="99197" y="8686"/>
                  <a:pt x="103997" y="4610"/>
                </a:cubicBezTo>
                <a:cubicBezTo>
                  <a:pt x="109428" y="1"/>
                  <a:pt x="115898" y="758"/>
                  <a:pt x="120020" y="4058"/>
                </a:cubicBezTo>
                <a:lnTo>
                  <a:pt x="120020" y="12051"/>
                </a:lnTo>
                <a:lnTo>
                  <a:pt x="4" y="12051"/>
                </a:lnTo>
                <a:lnTo>
                  <a:pt x="4" y="4058"/>
                </a:ln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F714F209-F487-73AB-557B-93E2996C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>
            <a:extLst>
              <a:ext uri="{FF2B5EF4-FFF2-40B4-BE49-F238E27FC236}">
                <a16:creationId xmlns:a16="http://schemas.microsoft.com/office/drawing/2014/main" id="{7CFBE420-CB0B-B573-C504-9C228C5F4B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34575"/>
            <a:ext cx="761400" cy="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55" name="Google Shape;255;p35">
            <a:extLst>
              <a:ext uri="{FF2B5EF4-FFF2-40B4-BE49-F238E27FC236}">
                <a16:creationId xmlns:a16="http://schemas.microsoft.com/office/drawing/2014/main" id="{A184BD26-2610-50BF-F7D2-6D403D648F6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20400" y="1634575"/>
            <a:ext cx="761400" cy="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56" name="Google Shape;256;p35">
            <a:extLst>
              <a:ext uri="{FF2B5EF4-FFF2-40B4-BE49-F238E27FC236}">
                <a16:creationId xmlns:a16="http://schemas.microsoft.com/office/drawing/2014/main" id="{DFC4B61E-1DBB-DDFB-33BC-28DB3BE50942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2776475"/>
            <a:ext cx="761400" cy="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258" name="Google Shape;258;p35">
            <a:extLst>
              <a:ext uri="{FF2B5EF4-FFF2-40B4-BE49-F238E27FC236}">
                <a16:creationId xmlns:a16="http://schemas.microsoft.com/office/drawing/2014/main" id="{B8C95D5D-5508-B6FF-10C1-EA77BABFFFD5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720000" y="544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Extended Energy </a:t>
            </a:r>
            <a:r>
              <a:rPr lang="fr-FR" dirty="0" err="1"/>
              <a:t>Consumption</a:t>
            </a:r>
            <a:endParaRPr dirty="0"/>
          </a:p>
        </p:txBody>
      </p:sp>
      <p:sp>
        <p:nvSpPr>
          <p:cNvPr id="259" name="Google Shape;259;p35">
            <a:extLst>
              <a:ext uri="{FF2B5EF4-FFF2-40B4-BE49-F238E27FC236}">
                <a16:creationId xmlns:a16="http://schemas.microsoft.com/office/drawing/2014/main" id="{C24B133B-34D4-4F3F-CD6F-DB3EC6050B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25600" y="1306561"/>
            <a:ext cx="1995200" cy="119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dirty="0"/>
              <a:t>Monitoring/IoT: 0.5 kWh/</a:t>
            </a:r>
            <a:r>
              <a:rPr lang="fr-FR" dirty="0" err="1"/>
              <a:t>day</a:t>
            </a:r>
            <a:endParaRPr dirty="0"/>
          </a:p>
        </p:txBody>
      </p:sp>
      <p:sp>
        <p:nvSpPr>
          <p:cNvPr id="261" name="Google Shape;261;p35">
            <a:extLst>
              <a:ext uri="{FF2B5EF4-FFF2-40B4-BE49-F238E27FC236}">
                <a16:creationId xmlns:a16="http://schemas.microsoft.com/office/drawing/2014/main" id="{38D21A5A-42E0-77C0-248F-2CC0823FA846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600850" y="2908797"/>
            <a:ext cx="1995200" cy="5292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fr-FR" dirty="0"/>
              <a:t>Dryer: variable</a:t>
            </a:r>
            <a:endParaRPr dirty="0"/>
          </a:p>
        </p:txBody>
      </p:sp>
      <p:sp>
        <p:nvSpPr>
          <p:cNvPr id="262" name="Google Shape;262;p35">
            <a:extLst>
              <a:ext uri="{FF2B5EF4-FFF2-40B4-BE49-F238E27FC236}">
                <a16:creationId xmlns:a16="http://schemas.microsoft.com/office/drawing/2014/main" id="{7429D039-22E6-CFCC-B06E-93594D0B8D44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552186" y="1684726"/>
            <a:ext cx="1684364" cy="8513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fr-FR" b="1" dirty="0"/>
              <a:t>Security: 1 kWh/</a:t>
            </a:r>
            <a:r>
              <a:rPr lang="fr-FR" b="1" dirty="0" err="1"/>
              <a:t>day</a:t>
            </a:r>
            <a:r>
              <a:rPr lang="fr-FR" dirty="0"/>
              <a:t> </a:t>
            </a:r>
            <a:endParaRPr dirty="0"/>
          </a:p>
        </p:txBody>
      </p:sp>
      <p:pic>
        <p:nvPicPr>
          <p:cNvPr id="263" name="Google Shape;263;p35">
            <a:extLst>
              <a:ext uri="{FF2B5EF4-FFF2-40B4-BE49-F238E27FC236}">
                <a16:creationId xmlns:a16="http://schemas.microsoft.com/office/drawing/2014/main" id="{8DD32486-3655-8DEB-E251-2178F9DE2B8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271" y="3891428"/>
            <a:ext cx="1045076" cy="78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5">
            <a:extLst>
              <a:ext uri="{FF2B5EF4-FFF2-40B4-BE49-F238E27FC236}">
                <a16:creationId xmlns:a16="http://schemas.microsoft.com/office/drawing/2014/main" id="{43276CF3-6D91-8F70-1547-BB0C0B37EBC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7101" y="731975"/>
            <a:ext cx="2555800" cy="36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5">
            <a:extLst>
              <a:ext uri="{FF2B5EF4-FFF2-40B4-BE49-F238E27FC236}">
                <a16:creationId xmlns:a16="http://schemas.microsoft.com/office/drawing/2014/main" id="{179680A5-FD38-0B5E-6CF0-3882320F3BA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3525" y="3891423"/>
            <a:ext cx="958724" cy="73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5">
            <a:extLst>
              <a:ext uri="{FF2B5EF4-FFF2-40B4-BE49-F238E27FC236}">
                <a16:creationId xmlns:a16="http://schemas.microsoft.com/office/drawing/2014/main" id="{BCA4E149-E81A-704D-E069-D55420A7741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4800" y="899625"/>
            <a:ext cx="1917824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5">
            <a:extLst>
              <a:ext uri="{FF2B5EF4-FFF2-40B4-BE49-F238E27FC236}">
                <a16:creationId xmlns:a16="http://schemas.microsoft.com/office/drawing/2014/main" id="{FF93B245-2FF5-F12F-CFD1-8293A8827653}"/>
              </a:ext>
            </a:extLst>
          </p:cNvPr>
          <p:cNvSpPr/>
          <p:nvPr/>
        </p:nvSpPr>
        <p:spPr>
          <a:xfrm>
            <a:off x="0" y="4584375"/>
            <a:ext cx="9144100" cy="572711"/>
          </a:xfrm>
          <a:custGeom>
            <a:avLst/>
            <a:gdLst/>
            <a:ahLst/>
            <a:cxnLst/>
            <a:rect l="l" t="t" r="r" b="b"/>
            <a:pathLst>
              <a:path w="120021" h="12052" extrusionOk="0">
                <a:moveTo>
                  <a:pt x="0" y="4058"/>
                </a:moveTo>
                <a:cubicBezTo>
                  <a:pt x="4119" y="756"/>
                  <a:pt x="10592" y="1"/>
                  <a:pt x="16024" y="4610"/>
                </a:cubicBezTo>
                <a:cubicBezTo>
                  <a:pt x="20288" y="8229"/>
                  <a:pt x="25095" y="8710"/>
                  <a:pt x="30118" y="8076"/>
                </a:cubicBezTo>
                <a:cubicBezTo>
                  <a:pt x="60461" y="4250"/>
                  <a:pt x="56265" y="2278"/>
                  <a:pt x="88006" y="7789"/>
                </a:cubicBezTo>
                <a:cubicBezTo>
                  <a:pt x="93710" y="8780"/>
                  <a:pt x="99197" y="8686"/>
                  <a:pt x="103997" y="4610"/>
                </a:cubicBezTo>
                <a:cubicBezTo>
                  <a:pt x="109428" y="1"/>
                  <a:pt x="115898" y="758"/>
                  <a:pt x="120020" y="4058"/>
                </a:cubicBezTo>
                <a:lnTo>
                  <a:pt x="120020" y="12051"/>
                </a:lnTo>
                <a:lnTo>
                  <a:pt x="4" y="12051"/>
                </a:lnTo>
                <a:lnTo>
                  <a:pt x="4" y="4058"/>
                </a:ln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775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7867513" y="2711372"/>
            <a:ext cx="1214793" cy="1807131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PV &amp; Battery </a:t>
            </a:r>
            <a:r>
              <a:rPr lang="fr-FR" dirty="0" err="1"/>
              <a:t>Sizing</a:t>
            </a:r>
            <a:r>
              <a:rPr lang="fr-FR" dirty="0"/>
              <a:t> </a:t>
            </a:r>
            <a:endParaRPr dirty="0"/>
          </a:p>
        </p:txBody>
      </p:sp>
      <p:pic>
        <p:nvPicPr>
          <p:cNvPr id="643" name="Google Shape;64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0653" y="239476"/>
            <a:ext cx="2455199" cy="591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8009704" y="3524867"/>
            <a:ext cx="1221945" cy="18177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63B2FC-33F0-CB65-C0C1-0895FD2BC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197333"/>
              </p:ext>
            </p:extLst>
          </p:nvPr>
        </p:nvGraphicFramePr>
        <p:xfrm>
          <a:off x="714376" y="2098675"/>
          <a:ext cx="7715248" cy="1524000"/>
        </p:xfrm>
        <a:graphic>
          <a:graphicData uri="http://schemas.openxmlformats.org/drawingml/2006/table">
            <a:tbl>
              <a:tblPr/>
              <a:tblGrid>
                <a:gridCol w="1928812">
                  <a:extLst>
                    <a:ext uri="{9D8B030D-6E8A-4147-A177-3AD203B41FA5}">
                      <a16:colId xmlns:a16="http://schemas.microsoft.com/office/drawing/2014/main" val="3313843023"/>
                    </a:ext>
                  </a:extLst>
                </a:gridCol>
                <a:gridCol w="1928812">
                  <a:extLst>
                    <a:ext uri="{9D8B030D-6E8A-4147-A177-3AD203B41FA5}">
                      <a16:colId xmlns:a16="http://schemas.microsoft.com/office/drawing/2014/main" val="1217608463"/>
                    </a:ext>
                  </a:extLst>
                </a:gridCol>
                <a:gridCol w="1928812">
                  <a:extLst>
                    <a:ext uri="{9D8B030D-6E8A-4147-A177-3AD203B41FA5}">
                      <a16:colId xmlns:a16="http://schemas.microsoft.com/office/drawing/2014/main" val="3335797530"/>
                    </a:ext>
                  </a:extLst>
                </a:gridCol>
                <a:gridCol w="1928812">
                  <a:extLst>
                    <a:ext uri="{9D8B030D-6E8A-4147-A177-3AD203B41FA5}">
                      <a16:colId xmlns:a16="http://schemas.microsoft.com/office/drawing/2014/main" val="352628337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Bebas Neue" panose="020B0606020202050201" pitchFamily="34" charset="0"/>
                        </a:rPr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PV (kWp)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Panels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Battery (kWh)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44969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Bebas Neue" panose="020B0606020202050201" pitchFamily="34" charset="0"/>
                        </a:rPr>
                        <a:t>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6,57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15,05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67792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Bebas Neue" panose="020B0606020202050201" pitchFamily="34" charset="0"/>
                        </a:rPr>
                        <a:t>50 kg/</a:t>
                      </a:r>
                      <a:r>
                        <a:rPr lang="fr-FR" sz="1400" dirty="0" err="1">
                          <a:latin typeface="Bebas Neue" panose="020B0606020202050201" pitchFamily="34" charset="0"/>
                        </a:rPr>
                        <a:t>day</a:t>
                      </a:r>
                      <a:endParaRPr lang="fr-FR" sz="1400" dirty="0">
                        <a:latin typeface="Bebas Neue" panose="020B0606020202050201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36,87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84,49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69318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Bebas Neue" panose="020B0606020202050201" pitchFamily="34" charset="0"/>
                        </a:rPr>
                        <a:t>200 kg/</a:t>
                      </a:r>
                      <a:r>
                        <a:rPr lang="fr-FR" sz="1400" dirty="0" err="1">
                          <a:latin typeface="Bebas Neue" panose="020B0606020202050201" pitchFamily="34" charset="0"/>
                        </a:rPr>
                        <a:t>day</a:t>
                      </a:r>
                      <a:endParaRPr lang="fr-FR" sz="1400" dirty="0">
                        <a:latin typeface="Bebas Neue" panose="020B0606020202050201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127,78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320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Bebas Neue" panose="020B0606020202050201" pitchFamily="34" charset="0"/>
                        </a:rPr>
                        <a:t>292,82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3469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Bebas Neue" panose="020B0606020202050201" pitchFamily="34" charset="0"/>
                        </a:rPr>
                        <a:t>1,000 kg/</a:t>
                      </a:r>
                      <a:r>
                        <a:rPr lang="fr-FR" sz="1400" dirty="0" err="1">
                          <a:latin typeface="Bebas Neue" panose="020B0606020202050201" pitchFamily="34" charset="0"/>
                        </a:rPr>
                        <a:t>day</a:t>
                      </a:r>
                      <a:endParaRPr lang="fr-FR" sz="1400" dirty="0">
                        <a:latin typeface="Bebas Neue" panose="020B0606020202050201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Bebas Neue" panose="020B0606020202050201" pitchFamily="34" charset="0"/>
                        </a:rPr>
                        <a:t>612,63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Bebas Neue" panose="020B0606020202050201" pitchFamily="34" charset="0"/>
                        </a:rPr>
                        <a:t>1 532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Bebas Neue" panose="020B0606020202050201" pitchFamily="34" charset="0"/>
                        </a:rPr>
                        <a:t>1 403,94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45923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08ACF7B-62D7-1E57-C3BA-E44A9A4AD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237621"/>
              </p:ext>
            </p:extLst>
          </p:nvPr>
        </p:nvGraphicFramePr>
        <p:xfrm>
          <a:off x="714376" y="2034924"/>
          <a:ext cx="6884844" cy="1661007"/>
        </p:xfrm>
        <a:graphic>
          <a:graphicData uri="http://schemas.openxmlformats.org/drawingml/2006/table">
            <a:tbl>
              <a:tblPr firstRow="1" bandRow="1">
                <a:tableStyleId>{5E861988-5A92-4821-BE25-C1E3E971F38B}</a:tableStyleId>
              </a:tblPr>
              <a:tblGrid>
                <a:gridCol w="1721211">
                  <a:extLst>
                    <a:ext uri="{9D8B030D-6E8A-4147-A177-3AD203B41FA5}">
                      <a16:colId xmlns:a16="http://schemas.microsoft.com/office/drawing/2014/main" val="608023172"/>
                    </a:ext>
                  </a:extLst>
                </a:gridCol>
                <a:gridCol w="1721211">
                  <a:extLst>
                    <a:ext uri="{9D8B030D-6E8A-4147-A177-3AD203B41FA5}">
                      <a16:colId xmlns:a16="http://schemas.microsoft.com/office/drawing/2014/main" val="1789864529"/>
                    </a:ext>
                  </a:extLst>
                </a:gridCol>
                <a:gridCol w="1721211">
                  <a:extLst>
                    <a:ext uri="{9D8B030D-6E8A-4147-A177-3AD203B41FA5}">
                      <a16:colId xmlns:a16="http://schemas.microsoft.com/office/drawing/2014/main" val="3906369228"/>
                    </a:ext>
                  </a:extLst>
                </a:gridCol>
                <a:gridCol w="1721211">
                  <a:extLst>
                    <a:ext uri="{9D8B030D-6E8A-4147-A177-3AD203B41FA5}">
                      <a16:colId xmlns:a16="http://schemas.microsoft.com/office/drawing/2014/main" val="4048568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999235"/>
                  </a:ext>
                </a:extLst>
              </a:tr>
              <a:tr h="26816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146236"/>
                  </a:ext>
                </a:extLst>
              </a:tr>
              <a:tr h="3028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024903"/>
                  </a:ext>
                </a:extLst>
              </a:tr>
              <a:tr h="309727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699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0637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838" y="-97862"/>
            <a:ext cx="3394926" cy="81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6"/>
          <p:cNvSpPr txBox="1">
            <a:spLocks noGrp="1"/>
          </p:cNvSpPr>
          <p:nvPr>
            <p:ph type="title"/>
          </p:nvPr>
        </p:nvSpPr>
        <p:spPr>
          <a:xfrm>
            <a:off x="4362900" y="619512"/>
            <a:ext cx="4367491" cy="999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b="1" dirty="0"/>
              <a:t>Example: Solar PV &amp; Carbon Management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274" name="Google Shape;274;p36"/>
          <p:cNvSpPr txBox="1">
            <a:spLocks noGrp="1"/>
          </p:cNvSpPr>
          <p:nvPr>
            <p:ph type="body" idx="1"/>
          </p:nvPr>
        </p:nvSpPr>
        <p:spPr>
          <a:xfrm>
            <a:off x="4362900" y="1810400"/>
            <a:ext cx="37443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fr-FR" b="1" dirty="0"/>
              <a:t>Assumptions</a:t>
            </a:r>
            <a:r>
              <a:rPr lang="fr-FR" dirty="0"/>
              <a:t>  :</a:t>
            </a:r>
          </a:p>
          <a:p>
            <a:r>
              <a:rPr lang="fr-FR" dirty="0"/>
              <a:t>PSH Burkina Faso: 6,6 h</a:t>
            </a:r>
          </a:p>
          <a:p>
            <a:r>
              <a:rPr lang="fr-FR" dirty="0"/>
              <a:t>Diesel Cost (LCOE): 0,40 $/kWh</a:t>
            </a:r>
          </a:p>
          <a:p>
            <a:r>
              <a:rPr lang="fr-FR" dirty="0" err="1"/>
              <a:t>Grid</a:t>
            </a:r>
            <a:r>
              <a:rPr lang="fr-FR" dirty="0"/>
              <a:t> Emission Factor: 0,5 kg CO₂/kWh</a:t>
            </a:r>
          </a:p>
        </p:txBody>
      </p:sp>
      <p:pic>
        <p:nvPicPr>
          <p:cNvPr id="275" name="Google Shape;275;p36"/>
          <p:cNvPicPr preferRelativeResize="0"/>
          <p:nvPr/>
        </p:nvPicPr>
        <p:blipFill rotWithShape="1">
          <a:blip r:embed="rId4">
            <a:alphaModFix/>
          </a:blip>
          <a:srcRect l="25408" r="18343"/>
          <a:stretch/>
        </p:blipFill>
        <p:spPr>
          <a:xfrm>
            <a:off x="715100" y="669150"/>
            <a:ext cx="3348000" cy="3348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6" name="Google Shape;27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82363" y="2488641"/>
            <a:ext cx="3394926" cy="8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7847" y="3965974"/>
            <a:ext cx="1250219" cy="81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454" y="3464362"/>
            <a:ext cx="6773509" cy="15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5950" y="3559650"/>
            <a:ext cx="910205" cy="69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757" y="3359715"/>
            <a:ext cx="1532296" cy="11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2622" y="4071046"/>
            <a:ext cx="6773501" cy="152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24057" y="3559639"/>
            <a:ext cx="1859474" cy="97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16552" y="3917431"/>
            <a:ext cx="2905600" cy="699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8459" y="253788"/>
            <a:ext cx="2830056" cy="68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43904" y="3368485"/>
            <a:ext cx="1902965" cy="4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3"/>
          <p:cNvSpPr/>
          <p:nvPr/>
        </p:nvSpPr>
        <p:spPr>
          <a:xfrm>
            <a:off x="0" y="4584375"/>
            <a:ext cx="9144100" cy="572711"/>
          </a:xfrm>
          <a:custGeom>
            <a:avLst/>
            <a:gdLst/>
            <a:ahLst/>
            <a:cxnLst/>
            <a:rect l="l" t="t" r="r" b="b"/>
            <a:pathLst>
              <a:path w="120021" h="12052" extrusionOk="0">
                <a:moveTo>
                  <a:pt x="0" y="4058"/>
                </a:moveTo>
                <a:cubicBezTo>
                  <a:pt x="4119" y="756"/>
                  <a:pt x="10592" y="1"/>
                  <a:pt x="16024" y="4610"/>
                </a:cubicBezTo>
                <a:cubicBezTo>
                  <a:pt x="20288" y="8229"/>
                  <a:pt x="25095" y="8710"/>
                  <a:pt x="30118" y="8076"/>
                </a:cubicBezTo>
                <a:cubicBezTo>
                  <a:pt x="60461" y="4250"/>
                  <a:pt x="56265" y="2278"/>
                  <a:pt x="88006" y="7789"/>
                </a:cubicBezTo>
                <a:cubicBezTo>
                  <a:pt x="93710" y="8780"/>
                  <a:pt x="99197" y="8686"/>
                  <a:pt x="103997" y="4610"/>
                </a:cubicBezTo>
                <a:cubicBezTo>
                  <a:pt x="109428" y="1"/>
                  <a:pt x="115898" y="758"/>
                  <a:pt x="120020" y="4058"/>
                </a:cubicBezTo>
                <a:lnTo>
                  <a:pt x="120020" y="12051"/>
                </a:lnTo>
                <a:lnTo>
                  <a:pt x="4" y="12051"/>
                </a:lnTo>
                <a:lnTo>
                  <a:pt x="4" y="4058"/>
                </a:ln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3"/>
          <p:cNvSpPr/>
          <p:nvPr/>
        </p:nvSpPr>
        <p:spPr>
          <a:xfrm rot="5400000">
            <a:off x="6136032" y="-1514776"/>
            <a:ext cx="1498366" cy="4517568"/>
          </a:xfrm>
          <a:custGeom>
            <a:avLst/>
            <a:gdLst/>
            <a:ahLst/>
            <a:cxnLst/>
            <a:rect l="l" t="t" r="r" b="b"/>
            <a:pathLst>
              <a:path w="24830" h="46409" extrusionOk="0">
                <a:moveTo>
                  <a:pt x="23815" y="0"/>
                </a:moveTo>
                <a:lnTo>
                  <a:pt x="0" y="0"/>
                </a:lnTo>
                <a:lnTo>
                  <a:pt x="0" y="46408"/>
                </a:lnTo>
                <a:cubicBezTo>
                  <a:pt x="8919" y="42992"/>
                  <a:pt x="9966" y="38648"/>
                  <a:pt x="7423" y="29634"/>
                </a:cubicBezTo>
                <a:cubicBezTo>
                  <a:pt x="3384" y="15320"/>
                  <a:pt x="13174" y="18559"/>
                  <a:pt x="18602" y="14529"/>
                </a:cubicBezTo>
                <a:cubicBezTo>
                  <a:pt x="24030" y="10496"/>
                  <a:pt x="24830" y="4935"/>
                  <a:pt x="23815" y="0"/>
                </a:cubicBez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46FA04-9C6D-581F-D14F-EDD0D5152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165893"/>
              </p:ext>
            </p:extLst>
          </p:nvPr>
        </p:nvGraphicFramePr>
        <p:xfrm>
          <a:off x="866905" y="1178529"/>
          <a:ext cx="7715250" cy="2144894"/>
        </p:xfrm>
        <a:graphic>
          <a:graphicData uri="http://schemas.openxmlformats.org/drawingml/2006/table">
            <a:tbl>
              <a:tblPr>
                <a:tableStyleId>{5E861988-5A92-4821-BE25-C1E3E971F38B}</a:tableStyleId>
              </a:tblPr>
              <a:tblGrid>
                <a:gridCol w="2669896">
                  <a:extLst>
                    <a:ext uri="{9D8B030D-6E8A-4147-A177-3AD203B41FA5}">
                      <a16:colId xmlns:a16="http://schemas.microsoft.com/office/drawing/2014/main" val="4176135223"/>
                    </a:ext>
                  </a:extLst>
                </a:gridCol>
                <a:gridCol w="2999266">
                  <a:extLst>
                    <a:ext uri="{9D8B030D-6E8A-4147-A177-3AD203B41FA5}">
                      <a16:colId xmlns:a16="http://schemas.microsoft.com/office/drawing/2014/main" val="2561272932"/>
                    </a:ext>
                  </a:extLst>
                </a:gridCol>
                <a:gridCol w="2046088">
                  <a:extLst>
                    <a:ext uri="{9D8B030D-6E8A-4147-A177-3AD203B41FA5}">
                      <a16:colId xmlns:a16="http://schemas.microsoft.com/office/drawing/2014/main" val="3879352762"/>
                    </a:ext>
                  </a:extLst>
                </a:gridCol>
              </a:tblGrid>
              <a:tr h="3680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Benefit type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Amount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Details</a:t>
                      </a:r>
                      <a:endParaRPr lang="fr-FR" sz="1200" b="1" i="0" u="none" strike="noStrike" dirty="0">
                        <a:solidFill>
                          <a:srgbClr val="FFFFFF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2827696"/>
                  </a:ext>
                </a:extLst>
              </a:tr>
              <a:tr h="3553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Diesel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savings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avoided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(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solar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)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24 966 $/an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vs. Equivalent diesel generation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0670979"/>
                  </a:ext>
                </a:extLst>
              </a:tr>
              <a:tr h="3553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Maintenance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cost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− 2 063 $/an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2% of  CAPEX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06466106"/>
                  </a:ext>
                </a:extLst>
              </a:tr>
              <a:tr h="3553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Generator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backup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cost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− 576 $/an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180h/an of estimated  backup 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1870232"/>
                  </a:ext>
                </a:extLst>
              </a:tr>
              <a:tr h="3553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NET SAVINGS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22 327 $/an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990513"/>
                  </a:ext>
                </a:extLst>
              </a:tr>
              <a:tr h="3553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Estimated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payback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~4,7 ans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Based on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avoided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diesel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costs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59270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920825" y="3759600"/>
            <a:ext cx="2958919" cy="71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90488" y="521554"/>
            <a:ext cx="3394926" cy="81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7"/>
          <p:cNvSpPr txBox="1">
            <a:spLocks noGrp="1"/>
          </p:cNvSpPr>
          <p:nvPr>
            <p:ph type="title"/>
          </p:nvPr>
        </p:nvSpPr>
        <p:spPr>
          <a:xfrm>
            <a:off x="1258263" y="1465156"/>
            <a:ext cx="5652654" cy="18292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dirty="0"/>
              <a:t>Carbon </a:t>
            </a:r>
            <a:r>
              <a:rPr lang="fr-FR" dirty="0" err="1"/>
              <a:t>Footprint</a:t>
            </a:r>
            <a:r>
              <a:rPr lang="fr-FR" dirty="0"/>
              <a:t> Reduction</a:t>
            </a:r>
            <a:endParaRPr dirty="0"/>
          </a:p>
        </p:txBody>
      </p:sp>
      <p:pic>
        <p:nvPicPr>
          <p:cNvPr id="286" name="Google Shape;28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41079" flipH="1">
            <a:off x="155138" y="3182037"/>
            <a:ext cx="2156824" cy="113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993431"/>
            <a:ext cx="9144000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7"/>
          <p:cNvSpPr/>
          <p:nvPr/>
        </p:nvSpPr>
        <p:spPr>
          <a:xfrm>
            <a:off x="7745073" y="816009"/>
            <a:ext cx="519178" cy="422401"/>
          </a:xfrm>
          <a:custGeom>
            <a:avLst/>
            <a:gdLst/>
            <a:ahLst/>
            <a:cxnLst/>
            <a:rect l="l" t="t" r="r" b="b"/>
            <a:pathLst>
              <a:path w="8385" h="6822" extrusionOk="0">
                <a:moveTo>
                  <a:pt x="6100" y="5412"/>
                </a:moveTo>
                <a:cubicBezTo>
                  <a:pt x="8385" y="2725"/>
                  <a:pt x="1940" y="0"/>
                  <a:pt x="524" y="2496"/>
                </a:cubicBezTo>
                <a:cubicBezTo>
                  <a:pt x="1" y="3423"/>
                  <a:pt x="512" y="5528"/>
                  <a:pt x="1950" y="6257"/>
                </a:cubicBezTo>
                <a:cubicBezTo>
                  <a:pt x="3061" y="6821"/>
                  <a:pt x="4921" y="6297"/>
                  <a:pt x="6100" y="541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7"/>
          <p:cNvSpPr/>
          <p:nvPr/>
        </p:nvSpPr>
        <p:spPr>
          <a:xfrm rot="2026369">
            <a:off x="7554510" y="3250056"/>
            <a:ext cx="1067304" cy="2476820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7"/>
          <p:cNvSpPr/>
          <p:nvPr/>
        </p:nvSpPr>
        <p:spPr>
          <a:xfrm rot="-1571207">
            <a:off x="5798542" y="3067279"/>
            <a:ext cx="1067309" cy="2476818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65630">
            <a:off x="6096513" y="2296787"/>
            <a:ext cx="2602346" cy="353972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/>
          <p:nvPr/>
        </p:nvSpPr>
        <p:spPr>
          <a:xfrm rot="-2051766">
            <a:off x="5580704" y="3464444"/>
            <a:ext cx="1067306" cy="2476831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>
          <a:extLst>
            <a:ext uri="{FF2B5EF4-FFF2-40B4-BE49-F238E27FC236}">
              <a16:creationId xmlns:a16="http://schemas.microsoft.com/office/drawing/2014/main" id="{D5F69585-A124-D8F2-A781-52A15D898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43">
            <a:extLst>
              <a:ext uri="{FF2B5EF4-FFF2-40B4-BE49-F238E27FC236}">
                <a16:creationId xmlns:a16="http://schemas.microsoft.com/office/drawing/2014/main" id="{E6B22F5D-A7B7-E0C7-542F-D8D58C2470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454" y="3464362"/>
            <a:ext cx="6773509" cy="15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3">
            <a:extLst>
              <a:ext uri="{FF2B5EF4-FFF2-40B4-BE49-F238E27FC236}">
                <a16:creationId xmlns:a16="http://schemas.microsoft.com/office/drawing/2014/main" id="{42AEC623-0A44-579F-57ED-55E16B62D6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5950" y="3559650"/>
            <a:ext cx="910205" cy="69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3">
            <a:extLst>
              <a:ext uri="{FF2B5EF4-FFF2-40B4-BE49-F238E27FC236}">
                <a16:creationId xmlns:a16="http://schemas.microsoft.com/office/drawing/2014/main" id="{77E4EC00-B9F6-CBFD-1894-D499C854346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757" y="3359715"/>
            <a:ext cx="1532296" cy="11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43">
            <a:extLst>
              <a:ext uri="{FF2B5EF4-FFF2-40B4-BE49-F238E27FC236}">
                <a16:creationId xmlns:a16="http://schemas.microsoft.com/office/drawing/2014/main" id="{6CFA200C-35B7-E66A-154E-E1B293B6C3B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2622" y="4071046"/>
            <a:ext cx="6773501" cy="152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43">
            <a:extLst>
              <a:ext uri="{FF2B5EF4-FFF2-40B4-BE49-F238E27FC236}">
                <a16:creationId xmlns:a16="http://schemas.microsoft.com/office/drawing/2014/main" id="{DE247C69-80FF-2BEF-2333-7B53888781E5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24057" y="3559639"/>
            <a:ext cx="1859474" cy="97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43">
            <a:extLst>
              <a:ext uri="{FF2B5EF4-FFF2-40B4-BE49-F238E27FC236}">
                <a16:creationId xmlns:a16="http://schemas.microsoft.com/office/drawing/2014/main" id="{4295D98B-F371-133B-7124-DD25BB244BD2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16552" y="3917431"/>
            <a:ext cx="2905600" cy="699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43">
            <a:extLst>
              <a:ext uri="{FF2B5EF4-FFF2-40B4-BE49-F238E27FC236}">
                <a16:creationId xmlns:a16="http://schemas.microsoft.com/office/drawing/2014/main" id="{2B761E9A-1737-4789-E986-D1DCA078E260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8459" y="253788"/>
            <a:ext cx="2830056" cy="68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3">
            <a:extLst>
              <a:ext uri="{FF2B5EF4-FFF2-40B4-BE49-F238E27FC236}">
                <a16:creationId xmlns:a16="http://schemas.microsoft.com/office/drawing/2014/main" id="{30A05002-FE03-429D-A76B-F14E4CDE5E78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43904" y="3368485"/>
            <a:ext cx="1902965" cy="4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3">
            <a:extLst>
              <a:ext uri="{FF2B5EF4-FFF2-40B4-BE49-F238E27FC236}">
                <a16:creationId xmlns:a16="http://schemas.microsoft.com/office/drawing/2014/main" id="{2677A166-5CDC-4D21-AA99-B0AA20D8810F}"/>
              </a:ext>
            </a:extLst>
          </p:cNvPr>
          <p:cNvSpPr/>
          <p:nvPr/>
        </p:nvSpPr>
        <p:spPr>
          <a:xfrm>
            <a:off x="0" y="4584375"/>
            <a:ext cx="9144100" cy="572711"/>
          </a:xfrm>
          <a:custGeom>
            <a:avLst/>
            <a:gdLst/>
            <a:ahLst/>
            <a:cxnLst/>
            <a:rect l="l" t="t" r="r" b="b"/>
            <a:pathLst>
              <a:path w="120021" h="12052" extrusionOk="0">
                <a:moveTo>
                  <a:pt x="0" y="4058"/>
                </a:moveTo>
                <a:cubicBezTo>
                  <a:pt x="4119" y="756"/>
                  <a:pt x="10592" y="1"/>
                  <a:pt x="16024" y="4610"/>
                </a:cubicBezTo>
                <a:cubicBezTo>
                  <a:pt x="20288" y="8229"/>
                  <a:pt x="25095" y="8710"/>
                  <a:pt x="30118" y="8076"/>
                </a:cubicBezTo>
                <a:cubicBezTo>
                  <a:pt x="60461" y="4250"/>
                  <a:pt x="56265" y="2278"/>
                  <a:pt x="88006" y="7789"/>
                </a:cubicBezTo>
                <a:cubicBezTo>
                  <a:pt x="93710" y="8780"/>
                  <a:pt x="99197" y="8686"/>
                  <a:pt x="103997" y="4610"/>
                </a:cubicBezTo>
                <a:cubicBezTo>
                  <a:pt x="109428" y="1"/>
                  <a:pt x="115898" y="758"/>
                  <a:pt x="120020" y="4058"/>
                </a:cubicBezTo>
                <a:lnTo>
                  <a:pt x="120020" y="12051"/>
                </a:lnTo>
                <a:lnTo>
                  <a:pt x="4" y="12051"/>
                </a:lnTo>
                <a:lnTo>
                  <a:pt x="4" y="4058"/>
                </a:ln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3">
            <a:extLst>
              <a:ext uri="{FF2B5EF4-FFF2-40B4-BE49-F238E27FC236}">
                <a16:creationId xmlns:a16="http://schemas.microsoft.com/office/drawing/2014/main" id="{D75349DF-09F3-A65B-2E66-7E07CEADEF39}"/>
              </a:ext>
            </a:extLst>
          </p:cNvPr>
          <p:cNvSpPr/>
          <p:nvPr/>
        </p:nvSpPr>
        <p:spPr>
          <a:xfrm rot="5400000">
            <a:off x="6136032" y="-1514776"/>
            <a:ext cx="1498366" cy="4517568"/>
          </a:xfrm>
          <a:custGeom>
            <a:avLst/>
            <a:gdLst/>
            <a:ahLst/>
            <a:cxnLst/>
            <a:rect l="l" t="t" r="r" b="b"/>
            <a:pathLst>
              <a:path w="24830" h="46409" extrusionOk="0">
                <a:moveTo>
                  <a:pt x="23815" y="0"/>
                </a:moveTo>
                <a:lnTo>
                  <a:pt x="0" y="0"/>
                </a:lnTo>
                <a:lnTo>
                  <a:pt x="0" y="46408"/>
                </a:lnTo>
                <a:cubicBezTo>
                  <a:pt x="8919" y="42992"/>
                  <a:pt x="9966" y="38648"/>
                  <a:pt x="7423" y="29634"/>
                </a:cubicBezTo>
                <a:cubicBezTo>
                  <a:pt x="3384" y="15320"/>
                  <a:pt x="13174" y="18559"/>
                  <a:pt x="18602" y="14529"/>
                </a:cubicBezTo>
                <a:cubicBezTo>
                  <a:pt x="24030" y="10496"/>
                  <a:pt x="24830" y="4935"/>
                  <a:pt x="23815" y="0"/>
                </a:cubicBez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BA8A4E-4D23-785D-0636-B70B869D6475}"/>
              </a:ext>
            </a:extLst>
          </p:cNvPr>
          <p:cNvGraphicFramePr>
            <a:graphicFrameLocks noGrp="1"/>
          </p:cNvGraphicFramePr>
          <p:nvPr/>
        </p:nvGraphicFramePr>
        <p:xfrm>
          <a:off x="714375" y="1886147"/>
          <a:ext cx="7715250" cy="1157112"/>
        </p:xfrm>
        <a:graphic>
          <a:graphicData uri="http://schemas.openxmlformats.org/drawingml/2006/table">
            <a:tbl>
              <a:tblPr>
                <a:tableStyleId>{5E861988-5A92-4821-BE25-C1E3E971F38B}</a:tableStyleId>
              </a:tblPr>
              <a:tblGrid>
                <a:gridCol w="2669896">
                  <a:extLst>
                    <a:ext uri="{9D8B030D-6E8A-4147-A177-3AD203B41FA5}">
                      <a16:colId xmlns:a16="http://schemas.microsoft.com/office/drawing/2014/main" val="156403568"/>
                    </a:ext>
                  </a:extLst>
                </a:gridCol>
                <a:gridCol w="2999266">
                  <a:extLst>
                    <a:ext uri="{9D8B030D-6E8A-4147-A177-3AD203B41FA5}">
                      <a16:colId xmlns:a16="http://schemas.microsoft.com/office/drawing/2014/main" val="3839255801"/>
                    </a:ext>
                  </a:extLst>
                </a:gridCol>
                <a:gridCol w="2046088">
                  <a:extLst>
                    <a:ext uri="{9D8B030D-6E8A-4147-A177-3AD203B41FA5}">
                      <a16:colId xmlns:a16="http://schemas.microsoft.com/office/drawing/2014/main" val="340413236"/>
                    </a:ext>
                  </a:extLst>
                </a:gridCol>
              </a:tblGrid>
              <a:tr h="2892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Benefit type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Amount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Details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18885098"/>
                  </a:ext>
                </a:extLst>
              </a:tr>
              <a:tr h="289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 Emissions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avoided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vs.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grid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33 306 kg CO₂/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year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Solar vs. equivalent conventional grid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7020434"/>
                  </a:ext>
                </a:extLst>
              </a:tr>
              <a:tr h="289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Residual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emissions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(PV +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generator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)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4 411 kg CO₂/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Year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PV lifecycle + diesel backup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2683274"/>
                  </a:ext>
                </a:extLst>
              </a:tr>
              <a:tr h="2892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  NET REDUCTION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86,80%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Compared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to 100%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grid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/diesel power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01584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99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A2622712-F1B6-16A5-2F89-F6BFD720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7">
            <a:extLst>
              <a:ext uri="{FF2B5EF4-FFF2-40B4-BE49-F238E27FC236}">
                <a16:creationId xmlns:a16="http://schemas.microsoft.com/office/drawing/2014/main" id="{68B99AA8-6E64-F5EC-3012-B46091622BA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920825" y="3759600"/>
            <a:ext cx="2958919" cy="71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7">
            <a:extLst>
              <a:ext uri="{FF2B5EF4-FFF2-40B4-BE49-F238E27FC236}">
                <a16:creationId xmlns:a16="http://schemas.microsoft.com/office/drawing/2014/main" id="{98D8DC85-F51C-6408-2C31-EB7D34F004E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90488" y="521554"/>
            <a:ext cx="3394926" cy="81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7">
            <a:extLst>
              <a:ext uri="{FF2B5EF4-FFF2-40B4-BE49-F238E27FC236}">
                <a16:creationId xmlns:a16="http://schemas.microsoft.com/office/drawing/2014/main" id="{2134EFB5-9410-CED6-ABE6-4DD7AD8976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8263" y="1465156"/>
            <a:ext cx="5652654" cy="18292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dirty="0" err="1"/>
              <a:t>Generator</a:t>
            </a:r>
            <a:r>
              <a:rPr lang="fr-FR" dirty="0"/>
              <a:t> Backup </a:t>
            </a:r>
            <a:r>
              <a:rPr lang="fr-FR" dirty="0" err="1"/>
              <a:t>Sizing</a:t>
            </a:r>
            <a:endParaRPr dirty="0"/>
          </a:p>
        </p:txBody>
      </p:sp>
      <p:pic>
        <p:nvPicPr>
          <p:cNvPr id="286" name="Google Shape;286;p37">
            <a:extLst>
              <a:ext uri="{FF2B5EF4-FFF2-40B4-BE49-F238E27FC236}">
                <a16:creationId xmlns:a16="http://schemas.microsoft.com/office/drawing/2014/main" id="{48B30A15-0592-1FFC-F0EF-26AFC088466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41079" flipH="1">
            <a:off x="155138" y="3182037"/>
            <a:ext cx="2156824" cy="113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7">
            <a:extLst>
              <a:ext uri="{FF2B5EF4-FFF2-40B4-BE49-F238E27FC236}">
                <a16:creationId xmlns:a16="http://schemas.microsoft.com/office/drawing/2014/main" id="{A2A4B39E-091F-A879-8B5D-C046069A08F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993431"/>
            <a:ext cx="9144000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7">
            <a:extLst>
              <a:ext uri="{FF2B5EF4-FFF2-40B4-BE49-F238E27FC236}">
                <a16:creationId xmlns:a16="http://schemas.microsoft.com/office/drawing/2014/main" id="{B836423B-CC80-4FEC-0480-773E46584398}"/>
              </a:ext>
            </a:extLst>
          </p:cNvPr>
          <p:cNvSpPr/>
          <p:nvPr/>
        </p:nvSpPr>
        <p:spPr>
          <a:xfrm>
            <a:off x="7745073" y="816009"/>
            <a:ext cx="519178" cy="422401"/>
          </a:xfrm>
          <a:custGeom>
            <a:avLst/>
            <a:gdLst/>
            <a:ahLst/>
            <a:cxnLst/>
            <a:rect l="l" t="t" r="r" b="b"/>
            <a:pathLst>
              <a:path w="8385" h="6822" extrusionOk="0">
                <a:moveTo>
                  <a:pt x="6100" y="5412"/>
                </a:moveTo>
                <a:cubicBezTo>
                  <a:pt x="8385" y="2725"/>
                  <a:pt x="1940" y="0"/>
                  <a:pt x="524" y="2496"/>
                </a:cubicBezTo>
                <a:cubicBezTo>
                  <a:pt x="1" y="3423"/>
                  <a:pt x="512" y="5528"/>
                  <a:pt x="1950" y="6257"/>
                </a:cubicBezTo>
                <a:cubicBezTo>
                  <a:pt x="3061" y="6821"/>
                  <a:pt x="4921" y="6297"/>
                  <a:pt x="6100" y="541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7">
            <a:extLst>
              <a:ext uri="{FF2B5EF4-FFF2-40B4-BE49-F238E27FC236}">
                <a16:creationId xmlns:a16="http://schemas.microsoft.com/office/drawing/2014/main" id="{62B1E500-4325-A481-8A7A-EFF8D1F59F46}"/>
              </a:ext>
            </a:extLst>
          </p:cNvPr>
          <p:cNvSpPr/>
          <p:nvPr/>
        </p:nvSpPr>
        <p:spPr>
          <a:xfrm rot="2026369">
            <a:off x="7554510" y="3250056"/>
            <a:ext cx="1067304" cy="2476820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7">
            <a:extLst>
              <a:ext uri="{FF2B5EF4-FFF2-40B4-BE49-F238E27FC236}">
                <a16:creationId xmlns:a16="http://schemas.microsoft.com/office/drawing/2014/main" id="{62AB7EC6-74EC-C744-5B11-8E149AAEDDDD}"/>
              </a:ext>
            </a:extLst>
          </p:cNvPr>
          <p:cNvSpPr/>
          <p:nvPr/>
        </p:nvSpPr>
        <p:spPr>
          <a:xfrm rot="-1571207">
            <a:off x="5798542" y="3067279"/>
            <a:ext cx="1067309" cy="2476818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37">
            <a:extLst>
              <a:ext uri="{FF2B5EF4-FFF2-40B4-BE49-F238E27FC236}">
                <a16:creationId xmlns:a16="http://schemas.microsoft.com/office/drawing/2014/main" id="{C2E65AD5-E23A-9979-C241-A700C1D1B2AD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65630">
            <a:off x="6096513" y="2296787"/>
            <a:ext cx="2602346" cy="353972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>
            <a:extLst>
              <a:ext uri="{FF2B5EF4-FFF2-40B4-BE49-F238E27FC236}">
                <a16:creationId xmlns:a16="http://schemas.microsoft.com/office/drawing/2014/main" id="{876C7797-0E0C-92BF-34AC-6024B7A57883}"/>
              </a:ext>
            </a:extLst>
          </p:cNvPr>
          <p:cNvSpPr/>
          <p:nvPr/>
        </p:nvSpPr>
        <p:spPr>
          <a:xfrm rot="-2051766">
            <a:off x="5580704" y="3464444"/>
            <a:ext cx="1067306" cy="2476831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2558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>
          <a:extLst>
            <a:ext uri="{FF2B5EF4-FFF2-40B4-BE49-F238E27FC236}">
              <a16:creationId xmlns:a16="http://schemas.microsoft.com/office/drawing/2014/main" id="{04FF1139-5421-EB29-0D13-249431B18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43">
            <a:extLst>
              <a:ext uri="{FF2B5EF4-FFF2-40B4-BE49-F238E27FC236}">
                <a16:creationId xmlns:a16="http://schemas.microsoft.com/office/drawing/2014/main" id="{6B368DF9-AEB7-A560-993B-54639BC6916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454" y="3464362"/>
            <a:ext cx="6773509" cy="15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3">
            <a:extLst>
              <a:ext uri="{FF2B5EF4-FFF2-40B4-BE49-F238E27FC236}">
                <a16:creationId xmlns:a16="http://schemas.microsoft.com/office/drawing/2014/main" id="{C2631652-CA23-4BE4-3311-59477E8A7BD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5950" y="3559650"/>
            <a:ext cx="910205" cy="69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3">
            <a:extLst>
              <a:ext uri="{FF2B5EF4-FFF2-40B4-BE49-F238E27FC236}">
                <a16:creationId xmlns:a16="http://schemas.microsoft.com/office/drawing/2014/main" id="{EB858E96-5F29-4785-DA02-839C62441FF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757" y="3359715"/>
            <a:ext cx="1532296" cy="11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43">
            <a:extLst>
              <a:ext uri="{FF2B5EF4-FFF2-40B4-BE49-F238E27FC236}">
                <a16:creationId xmlns:a16="http://schemas.microsoft.com/office/drawing/2014/main" id="{ABDE06EB-E1EB-4E7E-D804-A73A0C3407C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2622" y="4071046"/>
            <a:ext cx="6773501" cy="152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43">
            <a:extLst>
              <a:ext uri="{FF2B5EF4-FFF2-40B4-BE49-F238E27FC236}">
                <a16:creationId xmlns:a16="http://schemas.microsoft.com/office/drawing/2014/main" id="{3E51DF43-8F15-0029-4D7E-597E18203DF7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24057" y="3559639"/>
            <a:ext cx="1859474" cy="97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43">
            <a:extLst>
              <a:ext uri="{FF2B5EF4-FFF2-40B4-BE49-F238E27FC236}">
                <a16:creationId xmlns:a16="http://schemas.microsoft.com/office/drawing/2014/main" id="{6F2727FE-16E2-8964-4A64-54A167EC4A75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16552" y="3917431"/>
            <a:ext cx="2905600" cy="699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3">
            <a:extLst>
              <a:ext uri="{FF2B5EF4-FFF2-40B4-BE49-F238E27FC236}">
                <a16:creationId xmlns:a16="http://schemas.microsoft.com/office/drawing/2014/main" id="{CB949DA9-6648-EE89-BCD2-6C1F52180F96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43904" y="3368485"/>
            <a:ext cx="1902965" cy="4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3">
            <a:extLst>
              <a:ext uri="{FF2B5EF4-FFF2-40B4-BE49-F238E27FC236}">
                <a16:creationId xmlns:a16="http://schemas.microsoft.com/office/drawing/2014/main" id="{AC9AC9BB-5E87-2148-41DD-EF83CF72AC5A}"/>
              </a:ext>
            </a:extLst>
          </p:cNvPr>
          <p:cNvSpPr/>
          <p:nvPr/>
        </p:nvSpPr>
        <p:spPr>
          <a:xfrm>
            <a:off x="0" y="4584375"/>
            <a:ext cx="9144100" cy="572711"/>
          </a:xfrm>
          <a:custGeom>
            <a:avLst/>
            <a:gdLst/>
            <a:ahLst/>
            <a:cxnLst/>
            <a:rect l="l" t="t" r="r" b="b"/>
            <a:pathLst>
              <a:path w="120021" h="12052" extrusionOk="0">
                <a:moveTo>
                  <a:pt x="0" y="4058"/>
                </a:moveTo>
                <a:cubicBezTo>
                  <a:pt x="4119" y="756"/>
                  <a:pt x="10592" y="1"/>
                  <a:pt x="16024" y="4610"/>
                </a:cubicBezTo>
                <a:cubicBezTo>
                  <a:pt x="20288" y="8229"/>
                  <a:pt x="25095" y="8710"/>
                  <a:pt x="30118" y="8076"/>
                </a:cubicBezTo>
                <a:cubicBezTo>
                  <a:pt x="60461" y="4250"/>
                  <a:pt x="56265" y="2278"/>
                  <a:pt x="88006" y="7789"/>
                </a:cubicBezTo>
                <a:cubicBezTo>
                  <a:pt x="93710" y="8780"/>
                  <a:pt x="99197" y="8686"/>
                  <a:pt x="103997" y="4610"/>
                </a:cubicBezTo>
                <a:cubicBezTo>
                  <a:pt x="109428" y="1"/>
                  <a:pt x="115898" y="758"/>
                  <a:pt x="120020" y="4058"/>
                </a:cubicBezTo>
                <a:lnTo>
                  <a:pt x="120020" y="12051"/>
                </a:lnTo>
                <a:lnTo>
                  <a:pt x="4" y="12051"/>
                </a:lnTo>
                <a:lnTo>
                  <a:pt x="4" y="4058"/>
                </a:ln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3">
            <a:extLst>
              <a:ext uri="{FF2B5EF4-FFF2-40B4-BE49-F238E27FC236}">
                <a16:creationId xmlns:a16="http://schemas.microsoft.com/office/drawing/2014/main" id="{DBDA048E-76FC-CDEA-8B6F-CAE83D64B609}"/>
              </a:ext>
            </a:extLst>
          </p:cNvPr>
          <p:cNvSpPr/>
          <p:nvPr/>
        </p:nvSpPr>
        <p:spPr>
          <a:xfrm rot="5400000">
            <a:off x="6136032" y="-1514776"/>
            <a:ext cx="1498366" cy="4517568"/>
          </a:xfrm>
          <a:custGeom>
            <a:avLst/>
            <a:gdLst/>
            <a:ahLst/>
            <a:cxnLst/>
            <a:rect l="l" t="t" r="r" b="b"/>
            <a:pathLst>
              <a:path w="24830" h="46409" extrusionOk="0">
                <a:moveTo>
                  <a:pt x="23815" y="0"/>
                </a:moveTo>
                <a:lnTo>
                  <a:pt x="0" y="0"/>
                </a:lnTo>
                <a:lnTo>
                  <a:pt x="0" y="46408"/>
                </a:lnTo>
                <a:cubicBezTo>
                  <a:pt x="8919" y="42992"/>
                  <a:pt x="9966" y="38648"/>
                  <a:pt x="7423" y="29634"/>
                </a:cubicBezTo>
                <a:cubicBezTo>
                  <a:pt x="3384" y="15320"/>
                  <a:pt x="13174" y="18559"/>
                  <a:pt x="18602" y="14529"/>
                </a:cubicBezTo>
                <a:cubicBezTo>
                  <a:pt x="24030" y="10496"/>
                  <a:pt x="24830" y="4935"/>
                  <a:pt x="23815" y="0"/>
                </a:cubicBez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8B2919-BAA4-3D11-7F5A-2C4B45AAA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029868"/>
              </p:ext>
            </p:extLst>
          </p:nvPr>
        </p:nvGraphicFramePr>
        <p:xfrm>
          <a:off x="403004" y="451116"/>
          <a:ext cx="6773500" cy="3062278"/>
        </p:xfrm>
        <a:graphic>
          <a:graphicData uri="http://schemas.openxmlformats.org/drawingml/2006/table">
            <a:tbl>
              <a:tblPr>
                <a:tableStyleId>{5E861988-5A92-4821-BE25-C1E3E971F38B}</a:tableStyleId>
              </a:tblPr>
              <a:tblGrid>
                <a:gridCol w="3784713">
                  <a:extLst>
                    <a:ext uri="{9D8B030D-6E8A-4147-A177-3AD203B41FA5}">
                      <a16:colId xmlns:a16="http://schemas.microsoft.com/office/drawing/2014/main" val="2255490532"/>
                    </a:ext>
                  </a:extLst>
                </a:gridCol>
                <a:gridCol w="2988787">
                  <a:extLst>
                    <a:ext uri="{9D8B030D-6E8A-4147-A177-3AD203B41FA5}">
                      <a16:colId xmlns:a16="http://schemas.microsoft.com/office/drawing/2014/main" val="1558632420"/>
                    </a:ext>
                  </a:extLst>
                </a:gridCol>
              </a:tblGrid>
              <a:tr h="1694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Parameter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Value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52553756"/>
                  </a:ext>
                </a:extLst>
              </a:tr>
              <a:tr h="5082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Critical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Load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9,5 kWh/day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17787862"/>
                  </a:ext>
                </a:extLst>
              </a:tr>
              <a:tr h="3388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Generator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Size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8 kW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81512310"/>
                  </a:ext>
                </a:extLst>
              </a:tr>
              <a:tr h="3388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Diesel Cost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0,40 $/kWh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12542953"/>
                  </a:ext>
                </a:extLst>
              </a:tr>
              <a:tr h="3388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Annual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Usage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Hours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180 h/year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8138836"/>
                  </a:ext>
                </a:extLst>
              </a:tr>
              <a:tr h="2196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Annual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Energy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from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Generator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1 440 kWh/year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95203517"/>
                  </a:ext>
                </a:extLst>
              </a:tr>
              <a:tr h="3346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Annual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Generator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Cost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576 $/year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53228231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Generator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Emission Factor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0,75 kg CO₂/kWh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9954843"/>
                  </a:ext>
                </a:extLst>
              </a:tr>
              <a:tr h="2396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Generator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Annual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Emissions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1 080 kg CO₂/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year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5176817"/>
                  </a:ext>
                </a:extLst>
              </a:tr>
              <a:tr h="3388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Generator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CAPEX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4 000 $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5282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099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4C6225B5-B2C0-4FBE-9931-E95AE8410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7">
            <a:extLst>
              <a:ext uri="{FF2B5EF4-FFF2-40B4-BE49-F238E27FC236}">
                <a16:creationId xmlns:a16="http://schemas.microsoft.com/office/drawing/2014/main" id="{0A82E5FE-A187-A75F-1341-5F1F2EDD44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920825" y="3759600"/>
            <a:ext cx="2958919" cy="71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7">
            <a:extLst>
              <a:ext uri="{FF2B5EF4-FFF2-40B4-BE49-F238E27FC236}">
                <a16:creationId xmlns:a16="http://schemas.microsoft.com/office/drawing/2014/main" id="{523F4729-BE3F-DE26-65B3-3F48E32B7B2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90488" y="521554"/>
            <a:ext cx="3394926" cy="81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7">
            <a:extLst>
              <a:ext uri="{FF2B5EF4-FFF2-40B4-BE49-F238E27FC236}">
                <a16:creationId xmlns:a16="http://schemas.microsoft.com/office/drawing/2014/main" id="{F5688B70-2F0C-5693-146F-6D830240BC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8263" y="1465156"/>
            <a:ext cx="5652654" cy="18292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dirty="0"/>
              <a:t>Monitoring App </a:t>
            </a:r>
            <a:r>
              <a:rPr lang="fr-FR" dirty="0" err="1"/>
              <a:t>Mockup</a:t>
            </a:r>
            <a:endParaRPr dirty="0"/>
          </a:p>
        </p:txBody>
      </p:sp>
      <p:pic>
        <p:nvPicPr>
          <p:cNvPr id="286" name="Google Shape;286;p37">
            <a:extLst>
              <a:ext uri="{FF2B5EF4-FFF2-40B4-BE49-F238E27FC236}">
                <a16:creationId xmlns:a16="http://schemas.microsoft.com/office/drawing/2014/main" id="{5664A596-5CA9-143C-1C4B-8410F2C7659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41079" flipH="1">
            <a:off x="155138" y="3182037"/>
            <a:ext cx="2156824" cy="113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7">
            <a:extLst>
              <a:ext uri="{FF2B5EF4-FFF2-40B4-BE49-F238E27FC236}">
                <a16:creationId xmlns:a16="http://schemas.microsoft.com/office/drawing/2014/main" id="{7BEC683A-51DE-D5A9-B25A-DE9910E0E38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993431"/>
            <a:ext cx="9144000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7">
            <a:extLst>
              <a:ext uri="{FF2B5EF4-FFF2-40B4-BE49-F238E27FC236}">
                <a16:creationId xmlns:a16="http://schemas.microsoft.com/office/drawing/2014/main" id="{0643FD41-327F-5E62-16E9-A40E5057988B}"/>
              </a:ext>
            </a:extLst>
          </p:cNvPr>
          <p:cNvSpPr/>
          <p:nvPr/>
        </p:nvSpPr>
        <p:spPr>
          <a:xfrm>
            <a:off x="7745073" y="816009"/>
            <a:ext cx="519178" cy="422401"/>
          </a:xfrm>
          <a:custGeom>
            <a:avLst/>
            <a:gdLst/>
            <a:ahLst/>
            <a:cxnLst/>
            <a:rect l="l" t="t" r="r" b="b"/>
            <a:pathLst>
              <a:path w="8385" h="6822" extrusionOk="0">
                <a:moveTo>
                  <a:pt x="6100" y="5412"/>
                </a:moveTo>
                <a:cubicBezTo>
                  <a:pt x="8385" y="2725"/>
                  <a:pt x="1940" y="0"/>
                  <a:pt x="524" y="2496"/>
                </a:cubicBezTo>
                <a:cubicBezTo>
                  <a:pt x="1" y="3423"/>
                  <a:pt x="512" y="5528"/>
                  <a:pt x="1950" y="6257"/>
                </a:cubicBezTo>
                <a:cubicBezTo>
                  <a:pt x="3061" y="6821"/>
                  <a:pt x="4921" y="6297"/>
                  <a:pt x="6100" y="541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7">
            <a:extLst>
              <a:ext uri="{FF2B5EF4-FFF2-40B4-BE49-F238E27FC236}">
                <a16:creationId xmlns:a16="http://schemas.microsoft.com/office/drawing/2014/main" id="{EB8BCAB9-8AB9-F956-FD31-2C2860A94D03}"/>
              </a:ext>
            </a:extLst>
          </p:cNvPr>
          <p:cNvSpPr/>
          <p:nvPr/>
        </p:nvSpPr>
        <p:spPr>
          <a:xfrm rot="2026369">
            <a:off x="7554510" y="3250056"/>
            <a:ext cx="1067304" cy="2476820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7">
            <a:extLst>
              <a:ext uri="{FF2B5EF4-FFF2-40B4-BE49-F238E27FC236}">
                <a16:creationId xmlns:a16="http://schemas.microsoft.com/office/drawing/2014/main" id="{C2F97C34-1676-07E7-70B8-4D454E1EC9CD}"/>
              </a:ext>
            </a:extLst>
          </p:cNvPr>
          <p:cNvSpPr/>
          <p:nvPr/>
        </p:nvSpPr>
        <p:spPr>
          <a:xfrm rot="-1571207">
            <a:off x="5798542" y="3067279"/>
            <a:ext cx="1067309" cy="2476818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37">
            <a:extLst>
              <a:ext uri="{FF2B5EF4-FFF2-40B4-BE49-F238E27FC236}">
                <a16:creationId xmlns:a16="http://schemas.microsoft.com/office/drawing/2014/main" id="{73F5D3F2-5937-1A44-265F-211EF59C886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65630">
            <a:off x="6096513" y="2296787"/>
            <a:ext cx="2602346" cy="353972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>
            <a:extLst>
              <a:ext uri="{FF2B5EF4-FFF2-40B4-BE49-F238E27FC236}">
                <a16:creationId xmlns:a16="http://schemas.microsoft.com/office/drawing/2014/main" id="{821CF206-3810-6F37-7BAE-DA3D3AB48D40}"/>
              </a:ext>
            </a:extLst>
          </p:cNvPr>
          <p:cNvSpPr/>
          <p:nvPr/>
        </p:nvSpPr>
        <p:spPr>
          <a:xfrm rot="-2051766">
            <a:off x="5580704" y="3464444"/>
            <a:ext cx="1067306" cy="2476831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515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>
          <a:extLst>
            <a:ext uri="{FF2B5EF4-FFF2-40B4-BE49-F238E27FC236}">
              <a16:creationId xmlns:a16="http://schemas.microsoft.com/office/drawing/2014/main" id="{A0FF9876-41F7-0494-1749-4C6F45E83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43">
            <a:extLst>
              <a:ext uri="{FF2B5EF4-FFF2-40B4-BE49-F238E27FC236}">
                <a16:creationId xmlns:a16="http://schemas.microsoft.com/office/drawing/2014/main" id="{2FC913C7-98EA-75CE-1B57-09D773E44A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454" y="3464362"/>
            <a:ext cx="6773509" cy="15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3">
            <a:extLst>
              <a:ext uri="{FF2B5EF4-FFF2-40B4-BE49-F238E27FC236}">
                <a16:creationId xmlns:a16="http://schemas.microsoft.com/office/drawing/2014/main" id="{AAB29608-3AFA-272C-E10D-B2BC575C8D5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5950" y="3559650"/>
            <a:ext cx="910205" cy="69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3">
            <a:extLst>
              <a:ext uri="{FF2B5EF4-FFF2-40B4-BE49-F238E27FC236}">
                <a16:creationId xmlns:a16="http://schemas.microsoft.com/office/drawing/2014/main" id="{356DECC1-59B6-B63B-1121-85466CAF89B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757" y="3359715"/>
            <a:ext cx="1532296" cy="11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43">
            <a:extLst>
              <a:ext uri="{FF2B5EF4-FFF2-40B4-BE49-F238E27FC236}">
                <a16:creationId xmlns:a16="http://schemas.microsoft.com/office/drawing/2014/main" id="{5E6134FE-309E-8999-B533-F6A35B14E52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2622" y="4071046"/>
            <a:ext cx="6773501" cy="152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43">
            <a:extLst>
              <a:ext uri="{FF2B5EF4-FFF2-40B4-BE49-F238E27FC236}">
                <a16:creationId xmlns:a16="http://schemas.microsoft.com/office/drawing/2014/main" id="{CFA73926-7AF1-E305-3618-7D81732B2247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24057" y="3559639"/>
            <a:ext cx="1859474" cy="97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43">
            <a:extLst>
              <a:ext uri="{FF2B5EF4-FFF2-40B4-BE49-F238E27FC236}">
                <a16:creationId xmlns:a16="http://schemas.microsoft.com/office/drawing/2014/main" id="{76A7C091-BD10-557B-BF96-9CF909C4985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16552" y="3917431"/>
            <a:ext cx="2905600" cy="699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3">
            <a:extLst>
              <a:ext uri="{FF2B5EF4-FFF2-40B4-BE49-F238E27FC236}">
                <a16:creationId xmlns:a16="http://schemas.microsoft.com/office/drawing/2014/main" id="{CEE1B8E6-F15B-F888-0E05-C2C16B0158E6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43904" y="3368485"/>
            <a:ext cx="1902965" cy="4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3">
            <a:extLst>
              <a:ext uri="{FF2B5EF4-FFF2-40B4-BE49-F238E27FC236}">
                <a16:creationId xmlns:a16="http://schemas.microsoft.com/office/drawing/2014/main" id="{D89B8F61-1FF4-5CB2-BFF8-699E09953EF9}"/>
              </a:ext>
            </a:extLst>
          </p:cNvPr>
          <p:cNvSpPr/>
          <p:nvPr/>
        </p:nvSpPr>
        <p:spPr>
          <a:xfrm>
            <a:off x="0" y="4584375"/>
            <a:ext cx="9144100" cy="572711"/>
          </a:xfrm>
          <a:custGeom>
            <a:avLst/>
            <a:gdLst/>
            <a:ahLst/>
            <a:cxnLst/>
            <a:rect l="l" t="t" r="r" b="b"/>
            <a:pathLst>
              <a:path w="120021" h="12052" extrusionOk="0">
                <a:moveTo>
                  <a:pt x="0" y="4058"/>
                </a:moveTo>
                <a:cubicBezTo>
                  <a:pt x="4119" y="756"/>
                  <a:pt x="10592" y="1"/>
                  <a:pt x="16024" y="4610"/>
                </a:cubicBezTo>
                <a:cubicBezTo>
                  <a:pt x="20288" y="8229"/>
                  <a:pt x="25095" y="8710"/>
                  <a:pt x="30118" y="8076"/>
                </a:cubicBezTo>
                <a:cubicBezTo>
                  <a:pt x="60461" y="4250"/>
                  <a:pt x="56265" y="2278"/>
                  <a:pt x="88006" y="7789"/>
                </a:cubicBezTo>
                <a:cubicBezTo>
                  <a:pt x="93710" y="8780"/>
                  <a:pt x="99197" y="8686"/>
                  <a:pt x="103997" y="4610"/>
                </a:cubicBezTo>
                <a:cubicBezTo>
                  <a:pt x="109428" y="1"/>
                  <a:pt x="115898" y="758"/>
                  <a:pt x="120020" y="4058"/>
                </a:cubicBezTo>
                <a:lnTo>
                  <a:pt x="120020" y="12051"/>
                </a:lnTo>
                <a:lnTo>
                  <a:pt x="4" y="12051"/>
                </a:lnTo>
                <a:lnTo>
                  <a:pt x="4" y="4058"/>
                </a:ln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3">
            <a:extLst>
              <a:ext uri="{FF2B5EF4-FFF2-40B4-BE49-F238E27FC236}">
                <a16:creationId xmlns:a16="http://schemas.microsoft.com/office/drawing/2014/main" id="{DEB81D66-C5A6-7FE4-F4FA-596BAAA3C175}"/>
              </a:ext>
            </a:extLst>
          </p:cNvPr>
          <p:cNvSpPr/>
          <p:nvPr/>
        </p:nvSpPr>
        <p:spPr>
          <a:xfrm rot="5400000">
            <a:off x="6136032" y="-1514776"/>
            <a:ext cx="1498366" cy="4517568"/>
          </a:xfrm>
          <a:custGeom>
            <a:avLst/>
            <a:gdLst/>
            <a:ahLst/>
            <a:cxnLst/>
            <a:rect l="l" t="t" r="r" b="b"/>
            <a:pathLst>
              <a:path w="24830" h="46409" extrusionOk="0">
                <a:moveTo>
                  <a:pt x="23815" y="0"/>
                </a:moveTo>
                <a:lnTo>
                  <a:pt x="0" y="0"/>
                </a:lnTo>
                <a:lnTo>
                  <a:pt x="0" y="46408"/>
                </a:lnTo>
                <a:cubicBezTo>
                  <a:pt x="8919" y="42992"/>
                  <a:pt x="9966" y="38648"/>
                  <a:pt x="7423" y="29634"/>
                </a:cubicBezTo>
                <a:cubicBezTo>
                  <a:pt x="3384" y="15320"/>
                  <a:pt x="13174" y="18559"/>
                  <a:pt x="18602" y="14529"/>
                </a:cubicBezTo>
                <a:cubicBezTo>
                  <a:pt x="24030" y="10496"/>
                  <a:pt x="24830" y="4935"/>
                  <a:pt x="23815" y="0"/>
                </a:cubicBezTo>
                <a:close/>
              </a:path>
            </a:pathLst>
          </a:custGeom>
          <a:solidFill>
            <a:srgbClr val="4792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581974-2F43-0218-693A-91AE17985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511613"/>
              </p:ext>
            </p:extLst>
          </p:nvPr>
        </p:nvGraphicFramePr>
        <p:xfrm>
          <a:off x="1589315" y="924963"/>
          <a:ext cx="5295900" cy="2170142"/>
        </p:xfrm>
        <a:graphic>
          <a:graphicData uri="http://schemas.openxmlformats.org/drawingml/2006/table">
            <a:tbl>
              <a:tblPr>
                <a:tableStyleId>{5E861988-5A92-4821-BE25-C1E3E971F38B}</a:tableStyleId>
              </a:tblPr>
              <a:tblGrid>
                <a:gridCol w="2959100">
                  <a:extLst>
                    <a:ext uri="{9D8B030D-6E8A-4147-A177-3AD203B41FA5}">
                      <a16:colId xmlns:a16="http://schemas.microsoft.com/office/drawing/2014/main" val="1281151778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738865813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Screen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Content</a:t>
                      </a:r>
                      <a:endParaRPr lang="fr-FR" sz="1200" b="1" i="0" u="none" strike="noStrike">
                        <a:solidFill>
                          <a:srgbClr val="FFFFFF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1457421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Dashboard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Daily solar production (kWh), % self-consumption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183575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Consumption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Real-time breakdown by system (pump, miscellaneous, storage, lighting, security, dryer)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8211729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Generator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Status, cumulative hours, fuel level, cumulative cost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00024383"/>
                  </a:ext>
                </a:extLst>
              </a:tr>
              <a:tr h="3261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Carbon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  <a:latin typeface="Bebas Neue" panose="020B0606020202050201" pitchFamily="34" charset="0"/>
                        </a:rPr>
                        <a:t>Cumulative CO₂ avoided (from Section 7)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6156439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Alerts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Panel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failure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,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low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battery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,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generator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activation,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grid</a:t>
                      </a:r>
                      <a:r>
                        <a:rPr lang="fr-FR" sz="1200" u="none" strike="noStrike" dirty="0">
                          <a:effectLst/>
                          <a:latin typeface="Bebas Neue" panose="020B0606020202050201" pitchFamily="34" charset="0"/>
                        </a:rPr>
                        <a:t> </a:t>
                      </a:r>
                      <a:r>
                        <a:rPr lang="fr-FR" sz="1200" u="none" strike="noStrike" dirty="0" err="1">
                          <a:effectLst/>
                          <a:latin typeface="Bebas Neue" panose="020B0606020202050201" pitchFamily="34" charset="0"/>
                        </a:rPr>
                        <a:t>outage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Bebas Neue" panose="020B0606020202050201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3447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986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2"/>
          <p:cNvSpPr txBox="1">
            <a:spLocks noGrp="1"/>
          </p:cNvSpPr>
          <p:nvPr>
            <p:ph type="title" idx="4"/>
          </p:nvPr>
        </p:nvSpPr>
        <p:spPr>
          <a:xfrm>
            <a:off x="715100" y="763597"/>
            <a:ext cx="33993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dirty="0"/>
              <a:t>Next </a:t>
            </a:r>
            <a:r>
              <a:rPr lang="fr-FR" dirty="0" err="1"/>
              <a:t>Steps</a:t>
            </a:r>
            <a:endParaRPr dirty="0"/>
          </a:p>
        </p:txBody>
      </p:sp>
      <p:sp>
        <p:nvSpPr>
          <p:cNvPr id="594" name="Google Shape;594;p42"/>
          <p:cNvSpPr txBox="1">
            <a:spLocks noGrp="1"/>
          </p:cNvSpPr>
          <p:nvPr>
            <p:ph type="subTitle" idx="5"/>
          </p:nvPr>
        </p:nvSpPr>
        <p:spPr>
          <a:xfrm>
            <a:off x="715100" y="1650188"/>
            <a:ext cx="3399300" cy="1843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" dirty="0"/>
              <a:t>Distance betwee</a:t>
            </a:r>
            <a:r>
              <a:rPr lang="fr-FR" dirty="0" err="1"/>
              <a:t>Confirm</a:t>
            </a:r>
            <a:r>
              <a:rPr lang="fr-FR" dirty="0"/>
              <a:t> the ROI </a:t>
            </a:r>
            <a:r>
              <a:rPr lang="fr-FR" dirty="0" err="1"/>
              <a:t>reference</a:t>
            </a:r>
            <a:r>
              <a:rPr lang="fr-FR" dirty="0"/>
              <a:t> </a:t>
            </a:r>
            <a:r>
              <a:rPr lang="fr-FR" dirty="0" err="1"/>
              <a:t>price</a:t>
            </a:r>
            <a:r>
              <a:rPr lang="fr-FR" dirty="0"/>
              <a:t> (</a:t>
            </a:r>
            <a:r>
              <a:rPr lang="fr-FR" dirty="0" err="1"/>
              <a:t>avoided</a:t>
            </a:r>
            <a:r>
              <a:rPr lang="fr-FR" dirty="0"/>
              <a:t> diesel vs. </a:t>
            </a:r>
            <a:r>
              <a:rPr lang="fr-FR" dirty="0" err="1"/>
              <a:t>grid</a:t>
            </a:r>
            <a:r>
              <a:rPr lang="fr-FR" dirty="0"/>
              <a:t> </a:t>
            </a:r>
            <a:r>
              <a:rPr lang="fr-FR" dirty="0" err="1"/>
              <a:t>tariff</a:t>
            </a:r>
            <a:r>
              <a:rPr lang="fr-FR" dirty="0"/>
              <a:t>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dirty="0" err="1"/>
              <a:t>Validate</a:t>
            </a:r>
            <a:r>
              <a:rPr lang="fr-FR" dirty="0"/>
              <a:t> the </a:t>
            </a:r>
            <a:r>
              <a:rPr lang="fr-FR" dirty="0" err="1"/>
              <a:t>inverter</a:t>
            </a:r>
            <a:r>
              <a:rPr lang="fr-FR" dirty="0"/>
              <a:t> </a:t>
            </a:r>
            <a:r>
              <a:rPr lang="fr-FR" dirty="0" err="1"/>
              <a:t>sizing</a:t>
            </a:r>
            <a:r>
              <a:rPr lang="fr-FR" dirty="0"/>
              <a:t>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dirty="0" err="1"/>
              <a:t>Decide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monocrystalline</a:t>
            </a:r>
            <a:r>
              <a:rPr lang="fr-FR" dirty="0"/>
              <a:t> vs. </a:t>
            </a:r>
            <a:r>
              <a:rPr lang="fr-FR" dirty="0" err="1"/>
              <a:t>polycrystalline</a:t>
            </a:r>
            <a:endParaRPr lang="fr-FR" dirty="0"/>
          </a:p>
        </p:txBody>
      </p:sp>
      <p:pic>
        <p:nvPicPr>
          <p:cNvPr id="595" name="Google Shape;595;p42"/>
          <p:cNvPicPr preferRelativeResize="0"/>
          <p:nvPr/>
        </p:nvPicPr>
        <p:blipFill rotWithShape="1">
          <a:blip r:embed="rId3">
            <a:alphaModFix/>
          </a:blip>
          <a:srcRect l="8498" r="24853"/>
          <a:stretch/>
        </p:blipFill>
        <p:spPr>
          <a:xfrm>
            <a:off x="4360300" y="458800"/>
            <a:ext cx="4068600" cy="4068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96" name="Google Shape;59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59592">
            <a:off x="3732251" y="2166825"/>
            <a:ext cx="2030101" cy="33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003075" y="2958009"/>
            <a:ext cx="1608565" cy="2693431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2"/>
          <p:cNvSpPr/>
          <p:nvPr/>
        </p:nvSpPr>
        <p:spPr>
          <a:xfrm>
            <a:off x="7897473" y="739809"/>
            <a:ext cx="519178" cy="422401"/>
          </a:xfrm>
          <a:custGeom>
            <a:avLst/>
            <a:gdLst/>
            <a:ahLst/>
            <a:cxnLst/>
            <a:rect l="l" t="t" r="r" b="b"/>
            <a:pathLst>
              <a:path w="8385" h="6822" extrusionOk="0">
                <a:moveTo>
                  <a:pt x="6100" y="5412"/>
                </a:moveTo>
                <a:cubicBezTo>
                  <a:pt x="8385" y="2725"/>
                  <a:pt x="1940" y="0"/>
                  <a:pt x="524" y="2496"/>
                </a:cubicBezTo>
                <a:cubicBezTo>
                  <a:pt x="1" y="3423"/>
                  <a:pt x="512" y="5528"/>
                  <a:pt x="1950" y="6257"/>
                </a:cubicBezTo>
                <a:cubicBezTo>
                  <a:pt x="3061" y="6821"/>
                  <a:pt x="4921" y="6297"/>
                  <a:pt x="6100" y="541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479A6609-A239-F2CB-E189-25F671553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7">
            <a:extLst>
              <a:ext uri="{FF2B5EF4-FFF2-40B4-BE49-F238E27FC236}">
                <a16:creationId xmlns:a16="http://schemas.microsoft.com/office/drawing/2014/main" id="{3E009D50-4F13-536D-4E3E-1E48450E19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920825" y="3759600"/>
            <a:ext cx="2958919" cy="71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7">
            <a:extLst>
              <a:ext uri="{FF2B5EF4-FFF2-40B4-BE49-F238E27FC236}">
                <a16:creationId xmlns:a16="http://schemas.microsoft.com/office/drawing/2014/main" id="{88C4C7A1-E897-43B5-D5C6-86F5EF4804A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90488" y="521554"/>
            <a:ext cx="3394926" cy="81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7">
            <a:extLst>
              <a:ext uri="{FF2B5EF4-FFF2-40B4-BE49-F238E27FC236}">
                <a16:creationId xmlns:a16="http://schemas.microsoft.com/office/drawing/2014/main" id="{18E11C2E-F119-F66D-092D-A9B8C7FB20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550" y="1027933"/>
            <a:ext cx="5883755" cy="18292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dirty="0"/>
              <a:t>Thanks for attention!</a:t>
            </a:r>
            <a:endParaRPr dirty="0"/>
          </a:p>
        </p:txBody>
      </p:sp>
      <p:pic>
        <p:nvPicPr>
          <p:cNvPr id="286" name="Google Shape;286;p37">
            <a:extLst>
              <a:ext uri="{FF2B5EF4-FFF2-40B4-BE49-F238E27FC236}">
                <a16:creationId xmlns:a16="http://schemas.microsoft.com/office/drawing/2014/main" id="{DD115AB5-F8AB-AF46-6852-B9773E8A8C7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41079" flipH="1">
            <a:off x="155138" y="3182037"/>
            <a:ext cx="2156824" cy="113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7">
            <a:extLst>
              <a:ext uri="{FF2B5EF4-FFF2-40B4-BE49-F238E27FC236}">
                <a16:creationId xmlns:a16="http://schemas.microsoft.com/office/drawing/2014/main" id="{13E5BAB7-B0A0-31A6-E767-463196149A7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993431"/>
            <a:ext cx="9144000" cy="104298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7">
            <a:extLst>
              <a:ext uri="{FF2B5EF4-FFF2-40B4-BE49-F238E27FC236}">
                <a16:creationId xmlns:a16="http://schemas.microsoft.com/office/drawing/2014/main" id="{50BCBFCD-EE0B-38B9-8EE0-C90EC83356F4}"/>
              </a:ext>
            </a:extLst>
          </p:cNvPr>
          <p:cNvSpPr/>
          <p:nvPr/>
        </p:nvSpPr>
        <p:spPr>
          <a:xfrm>
            <a:off x="7745073" y="816009"/>
            <a:ext cx="519178" cy="422401"/>
          </a:xfrm>
          <a:custGeom>
            <a:avLst/>
            <a:gdLst/>
            <a:ahLst/>
            <a:cxnLst/>
            <a:rect l="l" t="t" r="r" b="b"/>
            <a:pathLst>
              <a:path w="8385" h="6822" extrusionOk="0">
                <a:moveTo>
                  <a:pt x="6100" y="5412"/>
                </a:moveTo>
                <a:cubicBezTo>
                  <a:pt x="8385" y="2725"/>
                  <a:pt x="1940" y="0"/>
                  <a:pt x="524" y="2496"/>
                </a:cubicBezTo>
                <a:cubicBezTo>
                  <a:pt x="1" y="3423"/>
                  <a:pt x="512" y="5528"/>
                  <a:pt x="1950" y="6257"/>
                </a:cubicBezTo>
                <a:cubicBezTo>
                  <a:pt x="3061" y="6821"/>
                  <a:pt x="4921" y="6297"/>
                  <a:pt x="6100" y="541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7">
            <a:extLst>
              <a:ext uri="{FF2B5EF4-FFF2-40B4-BE49-F238E27FC236}">
                <a16:creationId xmlns:a16="http://schemas.microsoft.com/office/drawing/2014/main" id="{A652AFEF-814F-782E-2DAF-9350009CCCCB}"/>
              </a:ext>
            </a:extLst>
          </p:cNvPr>
          <p:cNvSpPr/>
          <p:nvPr/>
        </p:nvSpPr>
        <p:spPr>
          <a:xfrm rot="2026369">
            <a:off x="7554510" y="3250056"/>
            <a:ext cx="1067304" cy="2476820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7">
            <a:extLst>
              <a:ext uri="{FF2B5EF4-FFF2-40B4-BE49-F238E27FC236}">
                <a16:creationId xmlns:a16="http://schemas.microsoft.com/office/drawing/2014/main" id="{3315EB8E-E6B4-F9D9-FA17-5CB35D69470A}"/>
              </a:ext>
            </a:extLst>
          </p:cNvPr>
          <p:cNvSpPr/>
          <p:nvPr/>
        </p:nvSpPr>
        <p:spPr>
          <a:xfrm rot="-1571207">
            <a:off x="5798542" y="3067279"/>
            <a:ext cx="1067309" cy="2476818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37">
            <a:extLst>
              <a:ext uri="{FF2B5EF4-FFF2-40B4-BE49-F238E27FC236}">
                <a16:creationId xmlns:a16="http://schemas.microsoft.com/office/drawing/2014/main" id="{3C504B07-9245-160D-72CE-E3BE1CD847B8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65630">
            <a:off x="6096513" y="2296787"/>
            <a:ext cx="2602346" cy="353972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>
            <a:extLst>
              <a:ext uri="{FF2B5EF4-FFF2-40B4-BE49-F238E27FC236}">
                <a16:creationId xmlns:a16="http://schemas.microsoft.com/office/drawing/2014/main" id="{5911DB84-4A6E-82EE-C315-41B5B79441B5}"/>
              </a:ext>
            </a:extLst>
          </p:cNvPr>
          <p:cNvSpPr/>
          <p:nvPr/>
        </p:nvSpPr>
        <p:spPr>
          <a:xfrm rot="-2051766">
            <a:off x="5580704" y="3464444"/>
            <a:ext cx="1067306" cy="2476831"/>
          </a:xfrm>
          <a:custGeom>
            <a:avLst/>
            <a:gdLst/>
            <a:ahLst/>
            <a:cxnLst/>
            <a:rect l="l" t="t" r="r" b="b"/>
            <a:pathLst>
              <a:path w="4267" h="9902" extrusionOk="0">
                <a:moveTo>
                  <a:pt x="4244" y="9799"/>
                </a:moveTo>
                <a:cubicBezTo>
                  <a:pt x="4017" y="9623"/>
                  <a:pt x="3808" y="9439"/>
                  <a:pt x="3614" y="9246"/>
                </a:cubicBezTo>
                <a:cubicBezTo>
                  <a:pt x="3733" y="9122"/>
                  <a:pt x="4203" y="8547"/>
                  <a:pt x="3577" y="7829"/>
                </a:cubicBezTo>
                <a:cubicBezTo>
                  <a:pt x="3569" y="7552"/>
                  <a:pt x="3499" y="7280"/>
                  <a:pt x="3383" y="7047"/>
                </a:cubicBezTo>
                <a:cubicBezTo>
                  <a:pt x="3377" y="7041"/>
                  <a:pt x="3362" y="7047"/>
                  <a:pt x="3367" y="7057"/>
                </a:cubicBezTo>
                <a:cubicBezTo>
                  <a:pt x="3459" y="7262"/>
                  <a:pt x="3512" y="7475"/>
                  <a:pt x="3528" y="7706"/>
                </a:cubicBezTo>
                <a:cubicBezTo>
                  <a:pt x="3530" y="7728"/>
                  <a:pt x="3530" y="7751"/>
                  <a:pt x="3530" y="7773"/>
                </a:cubicBezTo>
                <a:cubicBezTo>
                  <a:pt x="3506" y="7749"/>
                  <a:pt x="3479" y="7720"/>
                  <a:pt x="3450" y="7696"/>
                </a:cubicBezTo>
                <a:cubicBezTo>
                  <a:pt x="3448" y="7692"/>
                  <a:pt x="3444" y="7690"/>
                  <a:pt x="3440" y="7687"/>
                </a:cubicBezTo>
                <a:cubicBezTo>
                  <a:pt x="3409" y="7389"/>
                  <a:pt x="3307" y="7098"/>
                  <a:pt x="3150" y="6867"/>
                </a:cubicBezTo>
                <a:cubicBezTo>
                  <a:pt x="3141" y="6857"/>
                  <a:pt x="3127" y="6867"/>
                  <a:pt x="3131" y="6877"/>
                </a:cubicBezTo>
                <a:cubicBezTo>
                  <a:pt x="3244" y="7065"/>
                  <a:pt x="3324" y="7272"/>
                  <a:pt x="3367" y="7495"/>
                </a:cubicBezTo>
                <a:cubicBezTo>
                  <a:pt x="3379" y="7559"/>
                  <a:pt x="3385" y="7626"/>
                  <a:pt x="3389" y="7692"/>
                </a:cubicBezTo>
                <a:cubicBezTo>
                  <a:pt x="3387" y="7696"/>
                  <a:pt x="3385" y="7698"/>
                  <a:pt x="3383" y="7698"/>
                </a:cubicBezTo>
                <a:cubicBezTo>
                  <a:pt x="3377" y="7700"/>
                  <a:pt x="3375" y="7710"/>
                  <a:pt x="3373" y="7714"/>
                </a:cubicBezTo>
                <a:cubicBezTo>
                  <a:pt x="3364" y="7737"/>
                  <a:pt x="3354" y="7759"/>
                  <a:pt x="3346" y="7780"/>
                </a:cubicBezTo>
                <a:cubicBezTo>
                  <a:pt x="3338" y="7559"/>
                  <a:pt x="3254" y="7299"/>
                  <a:pt x="3027" y="6998"/>
                </a:cubicBezTo>
                <a:lnTo>
                  <a:pt x="3027" y="6998"/>
                </a:lnTo>
                <a:cubicBezTo>
                  <a:pt x="3051" y="6738"/>
                  <a:pt x="3029" y="6476"/>
                  <a:pt x="2955" y="6241"/>
                </a:cubicBezTo>
                <a:cubicBezTo>
                  <a:pt x="2953" y="6231"/>
                  <a:pt x="2935" y="6237"/>
                  <a:pt x="2937" y="6247"/>
                </a:cubicBezTo>
                <a:cubicBezTo>
                  <a:pt x="2994" y="6466"/>
                  <a:pt x="3011" y="6687"/>
                  <a:pt x="2990" y="6920"/>
                </a:cubicBezTo>
                <a:lnTo>
                  <a:pt x="2982" y="6982"/>
                </a:lnTo>
                <a:cubicBezTo>
                  <a:pt x="2976" y="6982"/>
                  <a:pt x="2966" y="6986"/>
                  <a:pt x="2959" y="6994"/>
                </a:cubicBezTo>
                <a:cubicBezTo>
                  <a:pt x="2951" y="6998"/>
                  <a:pt x="2947" y="7006"/>
                  <a:pt x="2945" y="7012"/>
                </a:cubicBezTo>
                <a:cubicBezTo>
                  <a:pt x="2943" y="7014"/>
                  <a:pt x="2943" y="7016"/>
                  <a:pt x="2939" y="7023"/>
                </a:cubicBezTo>
                <a:cubicBezTo>
                  <a:pt x="2996" y="6720"/>
                  <a:pt x="2943" y="6347"/>
                  <a:pt x="2620" y="5942"/>
                </a:cubicBezTo>
                <a:cubicBezTo>
                  <a:pt x="2599" y="5713"/>
                  <a:pt x="2538" y="5490"/>
                  <a:pt x="2444" y="5296"/>
                </a:cubicBezTo>
                <a:cubicBezTo>
                  <a:pt x="2436" y="5286"/>
                  <a:pt x="2417" y="5292"/>
                  <a:pt x="2423" y="5304"/>
                </a:cubicBezTo>
                <a:cubicBezTo>
                  <a:pt x="2505" y="5498"/>
                  <a:pt x="2556" y="5701"/>
                  <a:pt x="2573" y="5916"/>
                </a:cubicBezTo>
                <a:cubicBezTo>
                  <a:pt x="2560" y="5916"/>
                  <a:pt x="2548" y="5922"/>
                  <a:pt x="2536" y="5932"/>
                </a:cubicBezTo>
                <a:cubicBezTo>
                  <a:pt x="2528" y="5940"/>
                  <a:pt x="2522" y="5948"/>
                  <a:pt x="2519" y="5957"/>
                </a:cubicBezTo>
                <a:cubicBezTo>
                  <a:pt x="2517" y="5961"/>
                  <a:pt x="2515" y="5967"/>
                  <a:pt x="2511" y="5969"/>
                </a:cubicBezTo>
                <a:cubicBezTo>
                  <a:pt x="2497" y="5717"/>
                  <a:pt x="2436" y="5472"/>
                  <a:pt x="2333" y="5263"/>
                </a:cubicBezTo>
                <a:cubicBezTo>
                  <a:pt x="2325" y="5255"/>
                  <a:pt x="2307" y="5261"/>
                  <a:pt x="2313" y="5271"/>
                </a:cubicBezTo>
                <a:cubicBezTo>
                  <a:pt x="2399" y="5478"/>
                  <a:pt x="2454" y="5691"/>
                  <a:pt x="2466" y="5920"/>
                </a:cubicBezTo>
                <a:cubicBezTo>
                  <a:pt x="2468" y="5969"/>
                  <a:pt x="2468" y="6018"/>
                  <a:pt x="2466" y="6065"/>
                </a:cubicBezTo>
                <a:cubicBezTo>
                  <a:pt x="2458" y="6083"/>
                  <a:pt x="2448" y="6102"/>
                  <a:pt x="2440" y="6120"/>
                </a:cubicBezTo>
                <a:cubicBezTo>
                  <a:pt x="2405" y="5950"/>
                  <a:pt x="2333" y="5766"/>
                  <a:pt x="2209" y="5564"/>
                </a:cubicBezTo>
                <a:cubicBezTo>
                  <a:pt x="2202" y="5554"/>
                  <a:pt x="2192" y="5547"/>
                  <a:pt x="2184" y="5543"/>
                </a:cubicBezTo>
                <a:cubicBezTo>
                  <a:pt x="2239" y="5296"/>
                  <a:pt x="2211" y="5030"/>
                  <a:pt x="2090" y="4823"/>
                </a:cubicBezTo>
                <a:cubicBezTo>
                  <a:pt x="2080" y="4813"/>
                  <a:pt x="2065" y="4825"/>
                  <a:pt x="2073" y="4835"/>
                </a:cubicBezTo>
                <a:cubicBezTo>
                  <a:pt x="2168" y="5015"/>
                  <a:pt x="2168" y="5200"/>
                  <a:pt x="2153" y="5390"/>
                </a:cubicBezTo>
                <a:cubicBezTo>
                  <a:pt x="2137" y="5234"/>
                  <a:pt x="2088" y="5063"/>
                  <a:pt x="2000" y="4874"/>
                </a:cubicBezTo>
                <a:cubicBezTo>
                  <a:pt x="2100" y="4608"/>
                  <a:pt x="2098" y="4295"/>
                  <a:pt x="2133" y="4035"/>
                </a:cubicBezTo>
                <a:cubicBezTo>
                  <a:pt x="2133" y="4025"/>
                  <a:pt x="2121" y="4025"/>
                  <a:pt x="2118" y="4033"/>
                </a:cubicBezTo>
                <a:cubicBezTo>
                  <a:pt x="2082" y="4191"/>
                  <a:pt x="2051" y="4351"/>
                  <a:pt x="2026" y="4510"/>
                </a:cubicBezTo>
                <a:cubicBezTo>
                  <a:pt x="2010" y="4608"/>
                  <a:pt x="1986" y="4698"/>
                  <a:pt x="1957" y="4784"/>
                </a:cubicBezTo>
                <a:cubicBezTo>
                  <a:pt x="1953" y="4776"/>
                  <a:pt x="1945" y="4770"/>
                  <a:pt x="1936" y="4764"/>
                </a:cubicBezTo>
                <a:cubicBezTo>
                  <a:pt x="2028" y="4459"/>
                  <a:pt x="1973" y="4107"/>
                  <a:pt x="1973" y="3804"/>
                </a:cubicBezTo>
                <a:cubicBezTo>
                  <a:pt x="1971" y="3794"/>
                  <a:pt x="1953" y="3794"/>
                  <a:pt x="1953" y="3804"/>
                </a:cubicBezTo>
                <a:cubicBezTo>
                  <a:pt x="1928" y="3956"/>
                  <a:pt x="1936" y="4107"/>
                  <a:pt x="1936" y="4256"/>
                </a:cubicBezTo>
                <a:lnTo>
                  <a:pt x="1936" y="4291"/>
                </a:lnTo>
                <a:cubicBezTo>
                  <a:pt x="1920" y="4164"/>
                  <a:pt x="1883" y="4027"/>
                  <a:pt x="1826" y="3878"/>
                </a:cubicBezTo>
                <a:cubicBezTo>
                  <a:pt x="2078" y="3598"/>
                  <a:pt x="2141" y="3127"/>
                  <a:pt x="2188" y="2790"/>
                </a:cubicBezTo>
                <a:cubicBezTo>
                  <a:pt x="2188" y="2777"/>
                  <a:pt x="2168" y="2771"/>
                  <a:pt x="2164" y="2785"/>
                </a:cubicBezTo>
                <a:cubicBezTo>
                  <a:pt x="2086" y="3168"/>
                  <a:pt x="1986" y="3504"/>
                  <a:pt x="1781" y="3833"/>
                </a:cubicBezTo>
                <a:lnTo>
                  <a:pt x="1779" y="3833"/>
                </a:lnTo>
                <a:cubicBezTo>
                  <a:pt x="1801" y="3772"/>
                  <a:pt x="1822" y="3702"/>
                  <a:pt x="1836" y="3628"/>
                </a:cubicBezTo>
                <a:cubicBezTo>
                  <a:pt x="1994" y="3371"/>
                  <a:pt x="2000" y="3000"/>
                  <a:pt x="2008" y="2730"/>
                </a:cubicBezTo>
                <a:cubicBezTo>
                  <a:pt x="2010" y="2724"/>
                  <a:pt x="1994" y="2724"/>
                  <a:pt x="1990" y="2734"/>
                </a:cubicBezTo>
                <a:cubicBezTo>
                  <a:pt x="1967" y="2974"/>
                  <a:pt x="1934" y="3195"/>
                  <a:pt x="1863" y="3409"/>
                </a:cubicBezTo>
                <a:cubicBezTo>
                  <a:pt x="1867" y="3242"/>
                  <a:pt x="1846" y="3053"/>
                  <a:pt x="1785" y="2837"/>
                </a:cubicBezTo>
                <a:cubicBezTo>
                  <a:pt x="1783" y="2826"/>
                  <a:pt x="1779" y="2818"/>
                  <a:pt x="1771" y="2810"/>
                </a:cubicBezTo>
                <a:cubicBezTo>
                  <a:pt x="1789" y="2769"/>
                  <a:pt x="1803" y="2726"/>
                  <a:pt x="1820" y="2679"/>
                </a:cubicBezTo>
                <a:cubicBezTo>
                  <a:pt x="1996" y="2407"/>
                  <a:pt x="2037" y="2049"/>
                  <a:pt x="2022" y="1744"/>
                </a:cubicBezTo>
                <a:cubicBezTo>
                  <a:pt x="2022" y="1732"/>
                  <a:pt x="2004" y="1734"/>
                  <a:pt x="2004" y="1746"/>
                </a:cubicBezTo>
                <a:cubicBezTo>
                  <a:pt x="2002" y="1936"/>
                  <a:pt x="1981" y="2125"/>
                  <a:pt x="1932" y="2311"/>
                </a:cubicBezTo>
                <a:cubicBezTo>
                  <a:pt x="1914" y="2376"/>
                  <a:pt x="1891" y="2434"/>
                  <a:pt x="1865" y="2491"/>
                </a:cubicBezTo>
                <a:cubicBezTo>
                  <a:pt x="1902" y="2284"/>
                  <a:pt x="1895" y="2045"/>
                  <a:pt x="1822" y="1773"/>
                </a:cubicBezTo>
                <a:cubicBezTo>
                  <a:pt x="1981" y="1541"/>
                  <a:pt x="2100" y="1267"/>
                  <a:pt x="2151" y="1010"/>
                </a:cubicBezTo>
                <a:cubicBezTo>
                  <a:pt x="2155" y="999"/>
                  <a:pt x="2137" y="997"/>
                  <a:pt x="2135" y="1008"/>
                </a:cubicBezTo>
                <a:cubicBezTo>
                  <a:pt x="2055" y="1265"/>
                  <a:pt x="1916" y="1482"/>
                  <a:pt x="1783" y="1707"/>
                </a:cubicBezTo>
                <a:lnTo>
                  <a:pt x="1781" y="1707"/>
                </a:lnTo>
                <a:cubicBezTo>
                  <a:pt x="1875" y="1480"/>
                  <a:pt x="1926" y="1222"/>
                  <a:pt x="1920" y="991"/>
                </a:cubicBezTo>
                <a:cubicBezTo>
                  <a:pt x="1916" y="985"/>
                  <a:pt x="1902" y="985"/>
                  <a:pt x="1902" y="995"/>
                </a:cubicBezTo>
                <a:cubicBezTo>
                  <a:pt x="1883" y="1253"/>
                  <a:pt x="1793" y="1482"/>
                  <a:pt x="1717" y="1726"/>
                </a:cubicBezTo>
                <a:cubicBezTo>
                  <a:pt x="1668" y="1767"/>
                  <a:pt x="1623" y="1805"/>
                  <a:pt x="1578" y="1842"/>
                </a:cubicBezTo>
                <a:cubicBezTo>
                  <a:pt x="1638" y="1609"/>
                  <a:pt x="1634" y="1306"/>
                  <a:pt x="1476" y="934"/>
                </a:cubicBezTo>
                <a:cubicBezTo>
                  <a:pt x="1554" y="654"/>
                  <a:pt x="1615" y="381"/>
                  <a:pt x="1760" y="109"/>
                </a:cubicBezTo>
                <a:cubicBezTo>
                  <a:pt x="1767" y="97"/>
                  <a:pt x="1750" y="89"/>
                  <a:pt x="1742" y="99"/>
                </a:cubicBezTo>
                <a:cubicBezTo>
                  <a:pt x="1599" y="308"/>
                  <a:pt x="1486" y="570"/>
                  <a:pt x="1425" y="827"/>
                </a:cubicBezTo>
                <a:cubicBezTo>
                  <a:pt x="1411" y="815"/>
                  <a:pt x="1388" y="813"/>
                  <a:pt x="1364" y="825"/>
                </a:cubicBezTo>
                <a:cubicBezTo>
                  <a:pt x="1362" y="825"/>
                  <a:pt x="1362" y="827"/>
                  <a:pt x="1359" y="827"/>
                </a:cubicBezTo>
                <a:cubicBezTo>
                  <a:pt x="1433" y="555"/>
                  <a:pt x="1494" y="285"/>
                  <a:pt x="1638" y="23"/>
                </a:cubicBezTo>
                <a:cubicBezTo>
                  <a:pt x="1644" y="13"/>
                  <a:pt x="1625" y="1"/>
                  <a:pt x="1619" y="15"/>
                </a:cubicBezTo>
                <a:cubicBezTo>
                  <a:pt x="1441" y="273"/>
                  <a:pt x="1310" y="611"/>
                  <a:pt x="1267" y="928"/>
                </a:cubicBezTo>
                <a:cubicBezTo>
                  <a:pt x="1065" y="1161"/>
                  <a:pt x="924" y="1370"/>
                  <a:pt x="856" y="1572"/>
                </a:cubicBezTo>
                <a:cubicBezTo>
                  <a:pt x="805" y="1509"/>
                  <a:pt x="748" y="1443"/>
                  <a:pt x="688" y="1378"/>
                </a:cubicBezTo>
                <a:lnTo>
                  <a:pt x="688" y="1378"/>
                </a:lnTo>
                <a:cubicBezTo>
                  <a:pt x="678" y="1145"/>
                  <a:pt x="686" y="915"/>
                  <a:pt x="789" y="682"/>
                </a:cubicBezTo>
                <a:cubicBezTo>
                  <a:pt x="797" y="672"/>
                  <a:pt x="780" y="664"/>
                  <a:pt x="774" y="674"/>
                </a:cubicBezTo>
                <a:cubicBezTo>
                  <a:pt x="672" y="866"/>
                  <a:pt x="611" y="1126"/>
                  <a:pt x="611" y="1372"/>
                </a:cubicBezTo>
                <a:cubicBezTo>
                  <a:pt x="605" y="1378"/>
                  <a:pt x="600" y="1386"/>
                  <a:pt x="596" y="1394"/>
                </a:cubicBezTo>
                <a:lnTo>
                  <a:pt x="582" y="1431"/>
                </a:lnTo>
                <a:cubicBezTo>
                  <a:pt x="543" y="1214"/>
                  <a:pt x="541" y="997"/>
                  <a:pt x="643" y="768"/>
                </a:cubicBezTo>
                <a:cubicBezTo>
                  <a:pt x="645" y="764"/>
                  <a:pt x="635" y="758"/>
                  <a:pt x="631" y="766"/>
                </a:cubicBezTo>
                <a:cubicBezTo>
                  <a:pt x="504" y="995"/>
                  <a:pt x="484" y="1286"/>
                  <a:pt x="539" y="1544"/>
                </a:cubicBezTo>
                <a:cubicBezTo>
                  <a:pt x="355" y="2065"/>
                  <a:pt x="390" y="2452"/>
                  <a:pt x="508" y="2728"/>
                </a:cubicBezTo>
                <a:cubicBezTo>
                  <a:pt x="492" y="2716"/>
                  <a:pt x="474" y="2706"/>
                  <a:pt x="457" y="2693"/>
                </a:cubicBezTo>
                <a:cubicBezTo>
                  <a:pt x="451" y="2687"/>
                  <a:pt x="443" y="2685"/>
                  <a:pt x="437" y="2683"/>
                </a:cubicBezTo>
                <a:cubicBezTo>
                  <a:pt x="422" y="2677"/>
                  <a:pt x="408" y="2679"/>
                  <a:pt x="398" y="2685"/>
                </a:cubicBezTo>
                <a:cubicBezTo>
                  <a:pt x="328" y="2474"/>
                  <a:pt x="279" y="2260"/>
                  <a:pt x="267" y="2024"/>
                </a:cubicBezTo>
                <a:cubicBezTo>
                  <a:pt x="265" y="2016"/>
                  <a:pt x="253" y="2016"/>
                  <a:pt x="253" y="2024"/>
                </a:cubicBezTo>
                <a:cubicBezTo>
                  <a:pt x="244" y="2247"/>
                  <a:pt x="277" y="2526"/>
                  <a:pt x="357" y="2777"/>
                </a:cubicBezTo>
                <a:cubicBezTo>
                  <a:pt x="246" y="3352"/>
                  <a:pt x="345" y="3741"/>
                  <a:pt x="504" y="3999"/>
                </a:cubicBezTo>
                <a:lnTo>
                  <a:pt x="351" y="3923"/>
                </a:lnTo>
                <a:cubicBezTo>
                  <a:pt x="347" y="3921"/>
                  <a:pt x="339" y="3921"/>
                  <a:pt x="330" y="3917"/>
                </a:cubicBezTo>
                <a:lnTo>
                  <a:pt x="326" y="3917"/>
                </a:lnTo>
                <a:cubicBezTo>
                  <a:pt x="144" y="3686"/>
                  <a:pt x="30" y="3393"/>
                  <a:pt x="38" y="3084"/>
                </a:cubicBezTo>
                <a:cubicBezTo>
                  <a:pt x="38" y="3068"/>
                  <a:pt x="17" y="3068"/>
                  <a:pt x="17" y="3082"/>
                </a:cubicBezTo>
                <a:cubicBezTo>
                  <a:pt x="1" y="3289"/>
                  <a:pt x="58" y="3487"/>
                  <a:pt x="132" y="3671"/>
                </a:cubicBezTo>
                <a:cubicBezTo>
                  <a:pt x="165" y="3757"/>
                  <a:pt x="212" y="3860"/>
                  <a:pt x="269" y="3945"/>
                </a:cubicBezTo>
                <a:cubicBezTo>
                  <a:pt x="267" y="3952"/>
                  <a:pt x="265" y="3958"/>
                  <a:pt x="265" y="3964"/>
                </a:cubicBezTo>
                <a:cubicBezTo>
                  <a:pt x="206" y="4436"/>
                  <a:pt x="316" y="4745"/>
                  <a:pt x="482" y="4952"/>
                </a:cubicBezTo>
                <a:cubicBezTo>
                  <a:pt x="478" y="4950"/>
                  <a:pt x="469" y="4950"/>
                  <a:pt x="463" y="4950"/>
                </a:cubicBezTo>
                <a:cubicBezTo>
                  <a:pt x="449" y="4950"/>
                  <a:pt x="437" y="4958"/>
                  <a:pt x="429" y="4968"/>
                </a:cubicBezTo>
                <a:cubicBezTo>
                  <a:pt x="396" y="4927"/>
                  <a:pt x="361" y="4885"/>
                  <a:pt x="330" y="4835"/>
                </a:cubicBezTo>
                <a:cubicBezTo>
                  <a:pt x="244" y="4686"/>
                  <a:pt x="171" y="4529"/>
                  <a:pt x="89" y="4375"/>
                </a:cubicBezTo>
                <a:cubicBezTo>
                  <a:pt x="85" y="4365"/>
                  <a:pt x="73" y="4375"/>
                  <a:pt x="75" y="4383"/>
                </a:cubicBezTo>
                <a:cubicBezTo>
                  <a:pt x="173" y="4588"/>
                  <a:pt x="259" y="4854"/>
                  <a:pt x="408" y="5048"/>
                </a:cubicBezTo>
                <a:cubicBezTo>
                  <a:pt x="422" y="5588"/>
                  <a:pt x="596" y="5887"/>
                  <a:pt x="805" y="6051"/>
                </a:cubicBezTo>
                <a:cubicBezTo>
                  <a:pt x="766" y="6045"/>
                  <a:pt x="725" y="6043"/>
                  <a:pt x="686" y="6040"/>
                </a:cubicBezTo>
                <a:cubicBezTo>
                  <a:pt x="551" y="5899"/>
                  <a:pt x="433" y="5736"/>
                  <a:pt x="330" y="5570"/>
                </a:cubicBezTo>
                <a:cubicBezTo>
                  <a:pt x="324" y="5560"/>
                  <a:pt x="308" y="5570"/>
                  <a:pt x="316" y="5580"/>
                </a:cubicBezTo>
                <a:cubicBezTo>
                  <a:pt x="388" y="5709"/>
                  <a:pt x="482" y="5883"/>
                  <a:pt x="602" y="6036"/>
                </a:cubicBezTo>
                <a:lnTo>
                  <a:pt x="600" y="6036"/>
                </a:lnTo>
                <a:cubicBezTo>
                  <a:pt x="600" y="6036"/>
                  <a:pt x="596" y="6036"/>
                  <a:pt x="596" y="6040"/>
                </a:cubicBezTo>
                <a:cubicBezTo>
                  <a:pt x="576" y="6024"/>
                  <a:pt x="560" y="6006"/>
                  <a:pt x="539" y="5985"/>
                </a:cubicBezTo>
                <a:cubicBezTo>
                  <a:pt x="392" y="5840"/>
                  <a:pt x="269" y="5666"/>
                  <a:pt x="161" y="5492"/>
                </a:cubicBezTo>
                <a:cubicBezTo>
                  <a:pt x="152" y="5482"/>
                  <a:pt x="140" y="5494"/>
                  <a:pt x="144" y="5502"/>
                </a:cubicBezTo>
                <a:cubicBezTo>
                  <a:pt x="238" y="5676"/>
                  <a:pt x="377" y="5924"/>
                  <a:pt x="555" y="6100"/>
                </a:cubicBezTo>
                <a:lnTo>
                  <a:pt x="555" y="6110"/>
                </a:lnTo>
                <a:cubicBezTo>
                  <a:pt x="686" y="6701"/>
                  <a:pt x="958" y="6961"/>
                  <a:pt x="1226" y="7059"/>
                </a:cubicBezTo>
                <a:cubicBezTo>
                  <a:pt x="1114" y="7063"/>
                  <a:pt x="999" y="7072"/>
                  <a:pt x="877" y="7084"/>
                </a:cubicBezTo>
                <a:cubicBezTo>
                  <a:pt x="870" y="7084"/>
                  <a:pt x="862" y="7086"/>
                  <a:pt x="858" y="7088"/>
                </a:cubicBezTo>
                <a:cubicBezTo>
                  <a:pt x="697" y="6963"/>
                  <a:pt x="551" y="6797"/>
                  <a:pt x="451" y="6605"/>
                </a:cubicBezTo>
                <a:cubicBezTo>
                  <a:pt x="447" y="6597"/>
                  <a:pt x="431" y="6607"/>
                  <a:pt x="437" y="6617"/>
                </a:cubicBezTo>
                <a:cubicBezTo>
                  <a:pt x="523" y="6818"/>
                  <a:pt x="652" y="6973"/>
                  <a:pt x="805" y="7111"/>
                </a:cubicBezTo>
                <a:cubicBezTo>
                  <a:pt x="811" y="7117"/>
                  <a:pt x="817" y="7125"/>
                  <a:pt x="825" y="7129"/>
                </a:cubicBezTo>
                <a:cubicBezTo>
                  <a:pt x="821" y="7139"/>
                  <a:pt x="825" y="7151"/>
                  <a:pt x="830" y="7162"/>
                </a:cubicBezTo>
                <a:cubicBezTo>
                  <a:pt x="1374" y="8181"/>
                  <a:pt x="2131" y="7976"/>
                  <a:pt x="2397" y="7861"/>
                </a:cubicBezTo>
                <a:cubicBezTo>
                  <a:pt x="2436" y="7927"/>
                  <a:pt x="2477" y="7994"/>
                  <a:pt x="2517" y="8060"/>
                </a:cubicBezTo>
                <a:cubicBezTo>
                  <a:pt x="2474" y="8039"/>
                  <a:pt x="2425" y="8023"/>
                  <a:pt x="2376" y="8007"/>
                </a:cubicBezTo>
                <a:cubicBezTo>
                  <a:pt x="2141" y="7941"/>
                  <a:pt x="1859" y="7962"/>
                  <a:pt x="1527" y="8025"/>
                </a:cubicBezTo>
                <a:cubicBezTo>
                  <a:pt x="1523" y="8025"/>
                  <a:pt x="1517" y="8027"/>
                  <a:pt x="1515" y="8027"/>
                </a:cubicBezTo>
                <a:cubicBezTo>
                  <a:pt x="1339" y="7915"/>
                  <a:pt x="1173" y="7769"/>
                  <a:pt x="1051" y="7604"/>
                </a:cubicBezTo>
                <a:cubicBezTo>
                  <a:pt x="1042" y="7593"/>
                  <a:pt x="1026" y="7599"/>
                  <a:pt x="1032" y="7610"/>
                </a:cubicBezTo>
                <a:cubicBezTo>
                  <a:pt x="1153" y="7794"/>
                  <a:pt x="1306" y="7937"/>
                  <a:pt x="1486" y="8060"/>
                </a:cubicBezTo>
                <a:cubicBezTo>
                  <a:pt x="1482" y="8074"/>
                  <a:pt x="1484" y="8088"/>
                  <a:pt x="1490" y="8101"/>
                </a:cubicBezTo>
                <a:cubicBezTo>
                  <a:pt x="1501" y="8119"/>
                  <a:pt x="1507" y="8136"/>
                  <a:pt x="1517" y="8152"/>
                </a:cubicBezTo>
                <a:cubicBezTo>
                  <a:pt x="1513" y="8150"/>
                  <a:pt x="1507" y="8148"/>
                  <a:pt x="1501" y="8142"/>
                </a:cubicBezTo>
                <a:cubicBezTo>
                  <a:pt x="1306" y="8027"/>
                  <a:pt x="1124" y="7872"/>
                  <a:pt x="991" y="7690"/>
                </a:cubicBezTo>
                <a:cubicBezTo>
                  <a:pt x="983" y="7679"/>
                  <a:pt x="969" y="7687"/>
                  <a:pt x="973" y="7698"/>
                </a:cubicBezTo>
                <a:cubicBezTo>
                  <a:pt x="1093" y="7884"/>
                  <a:pt x="1249" y="8027"/>
                  <a:pt x="1433" y="8152"/>
                </a:cubicBezTo>
                <a:cubicBezTo>
                  <a:pt x="1474" y="8181"/>
                  <a:pt x="1521" y="8209"/>
                  <a:pt x="1566" y="8238"/>
                </a:cubicBezTo>
                <a:cubicBezTo>
                  <a:pt x="2106" y="9107"/>
                  <a:pt x="2790" y="8684"/>
                  <a:pt x="2896" y="8608"/>
                </a:cubicBezTo>
                <a:cubicBezTo>
                  <a:pt x="2943" y="8669"/>
                  <a:pt x="2990" y="8731"/>
                  <a:pt x="3041" y="8792"/>
                </a:cubicBezTo>
                <a:cubicBezTo>
                  <a:pt x="3008" y="8784"/>
                  <a:pt x="2976" y="8776"/>
                  <a:pt x="2939" y="8772"/>
                </a:cubicBezTo>
                <a:cubicBezTo>
                  <a:pt x="2693" y="8739"/>
                  <a:pt x="2411" y="8802"/>
                  <a:pt x="2090" y="8909"/>
                </a:cubicBezTo>
                <a:cubicBezTo>
                  <a:pt x="2086" y="8913"/>
                  <a:pt x="2084" y="8913"/>
                  <a:pt x="2078" y="8915"/>
                </a:cubicBezTo>
                <a:cubicBezTo>
                  <a:pt x="2037" y="8895"/>
                  <a:pt x="1996" y="8874"/>
                  <a:pt x="1955" y="8852"/>
                </a:cubicBezTo>
                <a:cubicBezTo>
                  <a:pt x="1760" y="8735"/>
                  <a:pt x="1578" y="8579"/>
                  <a:pt x="1445" y="8397"/>
                </a:cubicBezTo>
                <a:cubicBezTo>
                  <a:pt x="1439" y="8387"/>
                  <a:pt x="1421" y="8397"/>
                  <a:pt x="1429" y="8406"/>
                </a:cubicBezTo>
                <a:cubicBezTo>
                  <a:pt x="1548" y="8592"/>
                  <a:pt x="1705" y="8735"/>
                  <a:pt x="1889" y="8862"/>
                </a:cubicBezTo>
                <a:cubicBezTo>
                  <a:pt x="1941" y="8895"/>
                  <a:pt x="1994" y="8929"/>
                  <a:pt x="2053" y="8964"/>
                </a:cubicBezTo>
                <a:cubicBezTo>
                  <a:pt x="2053" y="8974"/>
                  <a:pt x="2057" y="8985"/>
                  <a:pt x="2063" y="8991"/>
                </a:cubicBezTo>
                <a:cubicBezTo>
                  <a:pt x="2088" y="9025"/>
                  <a:pt x="2110" y="9056"/>
                  <a:pt x="2137" y="9087"/>
                </a:cubicBezTo>
                <a:cubicBezTo>
                  <a:pt x="2118" y="9079"/>
                  <a:pt x="2104" y="9071"/>
                  <a:pt x="2086" y="9060"/>
                </a:cubicBezTo>
                <a:cubicBezTo>
                  <a:pt x="1885" y="8954"/>
                  <a:pt x="1699" y="8805"/>
                  <a:pt x="1558" y="8629"/>
                </a:cubicBezTo>
                <a:cubicBezTo>
                  <a:pt x="1552" y="8618"/>
                  <a:pt x="1535" y="8627"/>
                  <a:pt x="1544" y="8637"/>
                </a:cubicBezTo>
                <a:cubicBezTo>
                  <a:pt x="1670" y="8817"/>
                  <a:pt x="1832" y="8954"/>
                  <a:pt x="2022" y="9073"/>
                </a:cubicBezTo>
                <a:cubicBezTo>
                  <a:pt x="2084" y="9113"/>
                  <a:pt x="2155" y="9154"/>
                  <a:pt x="2231" y="9191"/>
                </a:cubicBezTo>
                <a:cubicBezTo>
                  <a:pt x="2816" y="9797"/>
                  <a:pt x="3358" y="9441"/>
                  <a:pt x="3516" y="9314"/>
                </a:cubicBezTo>
                <a:cubicBezTo>
                  <a:pt x="3714" y="9510"/>
                  <a:pt x="3929" y="9703"/>
                  <a:pt x="4162" y="9885"/>
                </a:cubicBezTo>
                <a:cubicBezTo>
                  <a:pt x="4185" y="9901"/>
                  <a:pt x="4222" y="9897"/>
                  <a:pt x="4242" y="9870"/>
                </a:cubicBezTo>
                <a:cubicBezTo>
                  <a:pt x="4263" y="9846"/>
                  <a:pt x="4267" y="9817"/>
                  <a:pt x="4244" y="9799"/>
                </a:cubicBezTo>
                <a:close/>
                <a:moveTo>
                  <a:pt x="1210" y="4531"/>
                </a:moveTo>
                <a:cubicBezTo>
                  <a:pt x="1204" y="4524"/>
                  <a:pt x="1198" y="4514"/>
                  <a:pt x="1190" y="4506"/>
                </a:cubicBezTo>
                <a:cubicBezTo>
                  <a:pt x="1204" y="4508"/>
                  <a:pt x="1214" y="4510"/>
                  <a:pt x="1218" y="4514"/>
                </a:cubicBezTo>
                <a:cubicBezTo>
                  <a:pt x="1216" y="4518"/>
                  <a:pt x="1214" y="4526"/>
                  <a:pt x="1210" y="4531"/>
                </a:cubicBezTo>
                <a:close/>
                <a:moveTo>
                  <a:pt x="2161" y="7145"/>
                </a:moveTo>
                <a:lnTo>
                  <a:pt x="2161" y="7160"/>
                </a:lnTo>
                <a:cubicBezTo>
                  <a:pt x="2159" y="7158"/>
                  <a:pt x="2159" y="7151"/>
                  <a:pt x="2157" y="7149"/>
                </a:cubicBezTo>
                <a:cubicBezTo>
                  <a:pt x="2159" y="7147"/>
                  <a:pt x="2161" y="7147"/>
                  <a:pt x="2161" y="7145"/>
                </a:cubicBezTo>
                <a:close/>
                <a:moveTo>
                  <a:pt x="1883" y="7076"/>
                </a:moveTo>
                <a:cubicBezTo>
                  <a:pt x="1914" y="7115"/>
                  <a:pt x="1947" y="7149"/>
                  <a:pt x="1986" y="7188"/>
                </a:cubicBezTo>
                <a:cubicBezTo>
                  <a:pt x="1953" y="7174"/>
                  <a:pt x="1916" y="7160"/>
                  <a:pt x="1879" y="7147"/>
                </a:cubicBezTo>
                <a:cubicBezTo>
                  <a:pt x="1834" y="7133"/>
                  <a:pt x="1789" y="7119"/>
                  <a:pt x="1740" y="7108"/>
                </a:cubicBezTo>
                <a:cubicBezTo>
                  <a:pt x="1799" y="7098"/>
                  <a:pt x="1848" y="7086"/>
                  <a:pt x="1883" y="7076"/>
                </a:cubicBezTo>
                <a:close/>
                <a:moveTo>
                  <a:pt x="2526" y="7775"/>
                </a:moveTo>
                <a:cubicBezTo>
                  <a:pt x="2548" y="7755"/>
                  <a:pt x="2601" y="7700"/>
                  <a:pt x="2667" y="7618"/>
                </a:cubicBezTo>
                <a:cubicBezTo>
                  <a:pt x="2642" y="7698"/>
                  <a:pt x="2628" y="7773"/>
                  <a:pt x="2618" y="7849"/>
                </a:cubicBezTo>
                <a:cubicBezTo>
                  <a:pt x="2612" y="7896"/>
                  <a:pt x="2610" y="7945"/>
                  <a:pt x="2612" y="7994"/>
                </a:cubicBezTo>
                <a:cubicBezTo>
                  <a:pt x="2575" y="7935"/>
                  <a:pt x="2538" y="7874"/>
                  <a:pt x="2503" y="7814"/>
                </a:cubicBezTo>
                <a:cubicBezTo>
                  <a:pt x="2517" y="7804"/>
                  <a:pt x="2526" y="7790"/>
                  <a:pt x="2526" y="7775"/>
                </a:cubicBezTo>
                <a:close/>
                <a:moveTo>
                  <a:pt x="3180" y="8342"/>
                </a:moveTo>
                <a:cubicBezTo>
                  <a:pt x="3168" y="8424"/>
                  <a:pt x="3162" y="8506"/>
                  <a:pt x="3164" y="8582"/>
                </a:cubicBezTo>
                <a:cubicBezTo>
                  <a:pt x="3168" y="8653"/>
                  <a:pt x="3178" y="8725"/>
                  <a:pt x="3195" y="8792"/>
                </a:cubicBezTo>
                <a:cubicBezTo>
                  <a:pt x="3129" y="8712"/>
                  <a:pt x="3062" y="8631"/>
                  <a:pt x="3000" y="8549"/>
                </a:cubicBezTo>
                <a:cubicBezTo>
                  <a:pt x="3047" y="8506"/>
                  <a:pt x="3117" y="8436"/>
                  <a:pt x="3180" y="834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7548602"/>
      </p:ext>
    </p:extLst>
  </p:cSld>
  <p:clrMapOvr>
    <a:masterClrMapping/>
  </p:clrMapOvr>
</p:sld>
</file>

<file path=ppt/theme/theme1.xml><?xml version="1.0" encoding="utf-8"?>
<a:theme xmlns:a="http://schemas.openxmlformats.org/drawingml/2006/main" name="Smart Farming Project Proposal by Slidesgo">
  <a:themeElements>
    <a:clrScheme name="Simple Light">
      <a:dk1>
        <a:srgbClr val="00261E"/>
      </a:dk1>
      <a:lt1>
        <a:srgbClr val="FFFFFF"/>
      </a:lt1>
      <a:dk2>
        <a:srgbClr val="47922C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Microsoft Office PowerPoint</Application>
  <PresentationFormat>On-screen Show (16:9)</PresentationFormat>
  <Paragraphs>122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Wingdings</vt:lpstr>
      <vt:lpstr>Bebas Neue</vt:lpstr>
      <vt:lpstr>Arial</vt:lpstr>
      <vt:lpstr>Open Sans</vt:lpstr>
      <vt:lpstr>Smart Farming Project Proposal by Slidesgo</vt:lpstr>
      <vt:lpstr>Energy Supply Systems</vt:lpstr>
      <vt:lpstr>What does Energy Supply Systems cover?</vt:lpstr>
      <vt:lpstr>01</vt:lpstr>
      <vt:lpstr>05</vt:lpstr>
      <vt:lpstr>PV &amp; Battery Sizing </vt:lpstr>
      <vt:lpstr>Example: Solar PV &amp; Carbon Management </vt:lpstr>
      <vt:lpstr>PowerPoint Presentation</vt:lpstr>
      <vt:lpstr>Carbon Footprint Reduction</vt:lpstr>
      <vt:lpstr>PowerPoint Presentation</vt:lpstr>
      <vt:lpstr>Generator Backup Sizing</vt:lpstr>
      <vt:lpstr>PowerPoint Presentation</vt:lpstr>
      <vt:lpstr>Monitoring App Mockup</vt:lpstr>
      <vt:lpstr>PowerPoint Presentation</vt:lpstr>
      <vt:lpstr>Next Steps</vt:lpstr>
      <vt:lpstr>Thanks for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Aida MADIEGA</cp:lastModifiedBy>
  <cp:revision>1</cp:revision>
  <dcterms:modified xsi:type="dcterms:W3CDTF">2026-07-24T14:39:43Z</dcterms:modified>
</cp:coreProperties>
</file>