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F9616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E795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× Infineon Excellence Program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Development Challenges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Module — Dried Mango Supply Chain (Burkina Faso → Germany)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Mariata Nikiema  |  Weekly Update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00584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 the Sales &amp; Marketing app, we mapped the challenges likely to affect design, adoption, and rollout across the two-country supply chain.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AI forecasting, connectivity, security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6060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Adoption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7947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literacy, language, device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26060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291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Operations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379476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cost, scalability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1206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engineering hurdles for a real-time, cross-border platform.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34840" y="6400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4434840" y="640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566928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integration across farms, distributors, and logistics partners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34840" y="1810512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3736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forecasting with limited historical sales data (cold-start problem)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34840" y="298094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907792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or unstable connectivity in rural production areas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34840" y="415137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4151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4078224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payments and multi-currency handling (CFA franc ↔ Euro)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434840" y="532180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5321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5248656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&amp; privacy compliance across two regulatory regimes (BF / GDPR)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Adoption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058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9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comfort with smartphones and apps among smallholder farmers and producers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9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9019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and local languages on one side; German and English for EU partners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9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279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may only have basic smartphones or shared devices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0233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9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279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 Change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489204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from informal/manual sales tracking to a digital system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37360" y="4572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Operational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0584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9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109728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coordination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901952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Sales &amp; Marketing data consistent with logistics, production, and other modules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429000"/>
            <a:ext cx="109728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9359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cost vs. budget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3593592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feature ambition with the resources available for a student/pilot project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5120640"/>
            <a:ext cx="109728" cy="1417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5232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5285232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for a pilot while planning for growth to more farms and buyers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96167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05840" cy="5486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194560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933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challenges by impact and feasibility for the pilot phase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6791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mitigation approaches for the top technical and adoption risks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36499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findings with other Excellence Program modules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2026-07-28T09:38:08Z</dcterms:created>
  <dcterms:modified xsi:type="dcterms:W3CDTF">2026-07-28T09:38:08Z</dcterms:modified>
</cp:coreProperties>
</file>