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fr-BF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13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0" autoAdjust="0"/>
    <p:restoredTop sz="93842" autoAdjust="0"/>
  </p:normalViewPr>
  <p:slideViewPr>
    <p:cSldViewPr snapToGrid="0">
      <p:cViewPr varScale="1">
        <p:scale>
          <a:sx n="65" d="100"/>
          <a:sy n="65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F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9C7D9-CEC5-4DE9-968D-4E382B329F31}" type="datetimeFigureOut">
              <a:rPr lang="fr-BF" smtClean="0"/>
              <a:t>12/11/2025</a:t>
            </a:fld>
            <a:endParaRPr lang="fr-BF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F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F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8BC0C-242C-4772-A183-8EB594FF66E6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02684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F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8BC0C-242C-4772-A183-8EB594FF66E6}" type="slidenum">
              <a:rPr lang="fr-BF" smtClean="0"/>
              <a:t>1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297278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4F5A9-75E5-3CBA-1F89-843E5542D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D95678-C7A7-8951-429C-7B1A2033F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BD1D5E-C203-D589-CEF1-3D8F8208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95AD-047F-4776-B920-BB068967FEEA}" type="datetime1">
              <a:rPr lang="fr-BF" smtClean="0"/>
              <a:t>12/11/2025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B2DFEC-64EB-D85A-A387-C74D2475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41496C-39AB-51B6-92FD-EC4268E0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26998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63F88F-6990-810C-7469-C74C115B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A3B670-37DC-1FF7-596F-65B19CB7C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D9C390-3ABA-F93E-CBD9-49C49FDFA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C2CC-8A87-4914-B1B6-883A2FFBAE03}" type="datetime1">
              <a:rPr lang="fr-BF" smtClean="0"/>
              <a:t>12/11/2025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EA3DF7-430A-0C54-1C7A-4E1EE1AB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59B56D-4B9F-FE34-17F5-8A297EC8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76307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FE4F64-B277-5544-55B4-FBB806AE3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0F4375-7B05-3C6C-C27F-F3D0385F4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4096D4-A767-4EDA-1058-819677451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E387-5694-4902-967C-BDC58565319B}" type="datetime1">
              <a:rPr lang="fr-BF" smtClean="0"/>
              <a:t>12/11/2025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EE73E9-A52A-631B-7AF8-AA0F4791A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8CEE9B-1A96-1DA5-087F-6E7C645F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44532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1C163B-DF74-9F30-40DE-E4C056D8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BE129C-AC65-A8C9-59A2-588986B78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517D63D-931A-7820-AA96-687812F1C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55F4EF-C987-6E75-991B-C62DB9A3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136B-F682-4074-AF12-48046784062F}" type="datetime1">
              <a:rPr lang="fr-BF" smtClean="0"/>
              <a:t>12/11/2025</a:t>
            </a:fld>
            <a:endParaRPr lang="fr-BF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724A7B-E7D0-21BE-CF14-A0F49F8D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150F54-8CE8-9FF0-B1EC-0BEC5A84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394058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A42094-58EA-113B-6462-DCCA83FB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F99702-72E6-476A-CCA6-7E21A3ECD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7440A0-4FB5-C43A-8D4E-C9DD8810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F74C98-59ED-D8A3-9184-AB2A20E86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471E976-799E-64E1-898C-E42B56F4C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79920B9-8EDC-75AB-71F9-B486A31CB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707F-EAED-4C9D-9AD8-2D7620AD3477}" type="datetime1">
              <a:rPr lang="fr-BF" smtClean="0"/>
              <a:t>12/11/2025</a:t>
            </a:fld>
            <a:endParaRPr lang="fr-BF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8B5C484-C522-B756-9DA6-BC1B8662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636A982-055E-810D-E6D3-3767A2A7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330774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B42168-75CE-817A-B06E-16B6F26B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E0FB49-AC0C-81A2-932C-730FB224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543B-7B32-46F0-A484-3C80DA683FF7}" type="datetime1">
              <a:rPr lang="fr-BF" smtClean="0"/>
              <a:t>12/11/2025</a:t>
            </a:fld>
            <a:endParaRPr lang="fr-BF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A4C7EA-6B79-7F4C-F080-0D9768F7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34F1A4-5CC2-C51C-53C7-1AA690FF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07973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AAF2DBD-913B-41A9-0C66-6A623EE4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014B-7614-4CEF-865F-AD25CBEA9CD8}" type="datetime1">
              <a:rPr lang="fr-BF" smtClean="0"/>
              <a:t>12/11/2025</a:t>
            </a:fld>
            <a:endParaRPr lang="fr-BF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6A8733-7428-D6D7-5864-2D9A84309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5A64E6-0E27-35F7-A543-7F0298B74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45036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D5A44F-9DF7-325D-0E45-65A82EBE5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7992AE-4171-E69E-214E-FE12D48BC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7335BB-F93D-BF5E-4183-EF00EF7B5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2A5886-AA8E-74F4-59E1-7311600A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B1A-B0AF-43C5-83E9-526AA0468C28}" type="datetime1">
              <a:rPr lang="fr-BF" smtClean="0"/>
              <a:t>12/11/2025</a:t>
            </a:fld>
            <a:endParaRPr lang="fr-BF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E6A004-8EF1-3A8E-F632-B5304703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FA3FF2-3708-77FA-B054-A098AA2E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4000020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3D7416-98BC-071D-3C7B-7DAAA66C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C3D62A9-2E8E-3A01-DF2B-B90C79866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F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F66F89-9289-A036-18BA-87E10EFD9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1FE8C5-64E0-F779-11FB-63DC210D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348F-8A45-4C30-B14F-3DF8EF38DF3F}" type="datetime1">
              <a:rPr lang="fr-BF" smtClean="0"/>
              <a:t>12/11/2025</a:t>
            </a:fld>
            <a:endParaRPr lang="fr-BF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75034E-F8C0-889E-8003-CF66C5B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B1D7B5-335B-820C-00F0-73CB8629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425533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8BF40A-26F5-2316-9E5A-3F24B49F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0653B19-4375-D1D2-2C2F-1FE74BAE2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ADF641-0D4D-1224-3ABF-CBA22BF3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2145-32D2-4E58-AF9A-7F7E18AA3555}" type="datetime1">
              <a:rPr lang="fr-BF" smtClean="0"/>
              <a:t>12/11/2025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76619A-6F4C-693B-B1E8-C9055463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4E3285-1242-96CE-83DF-60B47FFE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117739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4C5F673-0703-1929-255D-C7F00A7687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6C830CE-2E39-9B64-EC76-EF2BB5046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7FA24F-F9CF-FB24-4829-91D3A5CA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C1CB8-C94D-404C-A95E-0B221B6F6B85}" type="datetime1">
              <a:rPr lang="fr-BF" smtClean="0"/>
              <a:t>12/11/2025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D163FC-78FB-8319-692F-BC483889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D642EA-0D1A-6517-45A7-DE117223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1975973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881187"/>
            <a:ext cx="9036051" cy="42846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589AF-606D-47EF-8CFC-53D2FEED810D}" type="datetime1">
              <a:rPr lang="fr-BF" smtClean="0"/>
              <a:t>12/11/2025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Wilfried YAMEOGO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‹N°›</a:t>
            </a:fld>
            <a:endParaRPr lang="de-CH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BF53AFB0-6ED4-44D3-9753-C90B46F5C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1155700"/>
            <a:ext cx="11160125" cy="509588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err="1"/>
              <a:t>Subtitel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7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49">
          <p15:clr>
            <a:srgbClr val="FBAE40"/>
          </p15:clr>
        </p15:guide>
        <p15:guide id="3" pos="60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9BFCC97-557D-B340-99CE-D1707CD3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E206EF-B922-C2CA-C495-011581DAB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956838-6498-10E5-7D00-77AB865EA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FDA1F-005B-42F6-BD7C-E4DF87720307}" type="datetime1">
              <a:rPr lang="fr-BF" smtClean="0"/>
              <a:t>12/11/2025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BCAD33-4C23-1F83-A3BD-33A48DAB8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Presented by: Wilfried YAMEOGO</a:t>
            </a:r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F5ED2F-A4BD-5BCA-3512-1E5929FD4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5E8DD-7F13-49D6-AC03-54DAEDD29671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406311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BF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A834263-E179-44E0-DB13-28EB9EA686A2}"/>
              </a:ext>
            </a:extLst>
          </p:cNvPr>
          <p:cNvSpPr/>
          <p:nvPr/>
        </p:nvSpPr>
        <p:spPr>
          <a:xfrm>
            <a:off x="47625" y="2479428"/>
            <a:ext cx="3408721" cy="26235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Theft of </a:t>
            </a:r>
            <a:r>
              <a:rPr lang="fr-FR" dirty="0" err="1"/>
              <a:t>crops</a:t>
            </a:r>
            <a:r>
              <a:rPr lang="fr-FR" dirty="0"/>
              <a:t> &amp; </a:t>
            </a:r>
            <a:r>
              <a:rPr lang="fr-FR" dirty="0" err="1"/>
              <a:t>equipment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 err="1"/>
              <a:t>Uncontrolled</a:t>
            </a:r>
            <a:r>
              <a:rPr lang="fr-FR" dirty="0"/>
              <a:t> intrusions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Inefficient </a:t>
            </a:r>
            <a:r>
              <a:rPr lang="fr-FR" dirty="0" err="1"/>
              <a:t>workforce</a:t>
            </a:r>
            <a:r>
              <a:rPr lang="fr-FR" dirty="0"/>
              <a:t> management</a:t>
            </a:r>
          </a:p>
          <a:p>
            <a:endParaRPr lang="fr-FR" b="1" dirty="0"/>
          </a:p>
          <a:p>
            <a:pPr algn="ctr"/>
            <a:endParaRPr lang="fr-BF" dirty="0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5118E307-43B0-E575-402F-E4F5E00B34D2}"/>
              </a:ext>
            </a:extLst>
          </p:cNvPr>
          <p:cNvSpPr/>
          <p:nvPr/>
        </p:nvSpPr>
        <p:spPr>
          <a:xfrm>
            <a:off x="6156007" y="6209030"/>
            <a:ext cx="914400" cy="9144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59240F-5006-DC31-D83A-58B6E69E4CC3}"/>
              </a:ext>
            </a:extLst>
          </p:cNvPr>
          <p:cNvSpPr/>
          <p:nvPr/>
        </p:nvSpPr>
        <p:spPr>
          <a:xfrm>
            <a:off x="0" y="30999"/>
            <a:ext cx="12184465" cy="802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FINAL PROJECT SUMMARY – Face Recognition System</a:t>
            </a:r>
            <a:endParaRPr lang="fr-BF" sz="2800" b="1" dirty="0">
              <a:latin typeface="Fira Sans Medium" panose="020B06030500000200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149306-465C-20A3-ECEE-B07F387426B2}"/>
              </a:ext>
            </a:extLst>
          </p:cNvPr>
          <p:cNvSpPr/>
          <p:nvPr/>
        </p:nvSpPr>
        <p:spPr>
          <a:xfrm>
            <a:off x="47625" y="1710327"/>
            <a:ext cx="3408721" cy="4667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PROBLEM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D12B8E-69F6-E57B-693F-8B362E8BBC8C}"/>
              </a:ext>
            </a:extLst>
          </p:cNvPr>
          <p:cNvSpPr/>
          <p:nvPr/>
        </p:nvSpPr>
        <p:spPr>
          <a:xfrm>
            <a:off x="8102913" y="1657351"/>
            <a:ext cx="4006537" cy="4667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KEY NUMBERS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D81E03-6753-B6BF-8383-5EA02A7E7CBF}"/>
              </a:ext>
            </a:extLst>
          </p:cNvPr>
          <p:cNvSpPr/>
          <p:nvPr/>
        </p:nvSpPr>
        <p:spPr>
          <a:xfrm>
            <a:off x="4158445" y="1657351"/>
            <a:ext cx="3285173" cy="4667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ANSWER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ADA32FE-93B5-D495-97C2-1F63631B117D}"/>
              </a:ext>
            </a:extLst>
          </p:cNvPr>
          <p:cNvCxnSpPr/>
          <p:nvPr/>
        </p:nvCxnSpPr>
        <p:spPr>
          <a:xfrm>
            <a:off x="2668587" y="1136015"/>
            <a:ext cx="6677025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Ellipse 32">
            <a:extLst>
              <a:ext uri="{FF2B5EF4-FFF2-40B4-BE49-F238E27FC236}">
                <a16:creationId xmlns:a16="http://schemas.microsoft.com/office/drawing/2014/main" id="{8D573729-E020-E64F-4566-F076A507FC07}"/>
              </a:ext>
            </a:extLst>
          </p:cNvPr>
          <p:cNvSpPr/>
          <p:nvPr/>
        </p:nvSpPr>
        <p:spPr>
          <a:xfrm>
            <a:off x="47625" y="-80761"/>
            <a:ext cx="914400" cy="91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C97D7755-2F29-77EC-5B58-B29836BCCA80}"/>
              </a:ext>
            </a:extLst>
          </p:cNvPr>
          <p:cNvSpPr/>
          <p:nvPr/>
        </p:nvSpPr>
        <p:spPr>
          <a:xfrm>
            <a:off x="11229975" y="-80761"/>
            <a:ext cx="914400" cy="9144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657D52E-CE5D-6E8B-5F00-1CB15DFF47DA}"/>
              </a:ext>
            </a:extLst>
          </p:cNvPr>
          <p:cNvSpPr/>
          <p:nvPr/>
        </p:nvSpPr>
        <p:spPr>
          <a:xfrm>
            <a:off x="11461750" y="6251257"/>
            <a:ext cx="647700" cy="619760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BB8C4E5C-C3C5-3944-D063-0C31372ED809}"/>
              </a:ext>
            </a:extLst>
          </p:cNvPr>
          <p:cNvSpPr/>
          <p:nvPr/>
        </p:nvSpPr>
        <p:spPr>
          <a:xfrm>
            <a:off x="11820524" y="6598920"/>
            <a:ext cx="914400" cy="268605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1" name="Espace réservé du numéro de diapositive 38">
            <a:extLst>
              <a:ext uri="{FF2B5EF4-FFF2-40B4-BE49-F238E27FC236}">
                <a16:creationId xmlns:a16="http://schemas.microsoft.com/office/drawing/2014/main" id="{37FFB59E-1696-C4A9-3176-687B2FB74EBF}"/>
              </a:ext>
            </a:extLst>
          </p:cNvPr>
          <p:cNvSpPr txBox="1">
            <a:spLocks/>
          </p:cNvSpPr>
          <p:nvPr/>
        </p:nvSpPr>
        <p:spPr>
          <a:xfrm>
            <a:off x="11630024" y="6414451"/>
            <a:ext cx="247015" cy="251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BF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1</a:t>
            </a:r>
            <a:endParaRPr lang="fr-BF" sz="2400" dirty="0">
              <a:solidFill>
                <a:schemeClr val="bg1"/>
              </a:solidFill>
            </a:endParaRPr>
          </a:p>
        </p:txBody>
      </p:sp>
      <p:sp>
        <p:nvSpPr>
          <p:cNvPr id="22" name="Espace réservé du pied de page 37">
            <a:extLst>
              <a:ext uri="{FF2B5EF4-FFF2-40B4-BE49-F238E27FC236}">
                <a16:creationId xmlns:a16="http://schemas.microsoft.com/office/drawing/2014/main" id="{71C2BEE9-E562-073E-3FA5-25F7B595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01130"/>
            <a:ext cx="2679065" cy="366395"/>
          </a:xfrm>
          <a:solidFill>
            <a:schemeClr val="tx1"/>
          </a:solidFill>
          <a:ln>
            <a:noFill/>
          </a:ln>
        </p:spPr>
        <p:txBody>
          <a:bodyPr/>
          <a:lstStyle/>
          <a:p>
            <a:r>
              <a:rPr lang="fr-FR" sz="1400" dirty="0" err="1">
                <a:solidFill>
                  <a:schemeClr val="bg1"/>
                </a:solidFill>
              </a:rPr>
              <a:t>Presented</a:t>
            </a:r>
            <a:r>
              <a:rPr lang="fr-FR" sz="1400" dirty="0">
                <a:solidFill>
                  <a:schemeClr val="bg1"/>
                </a:solidFill>
              </a:rPr>
              <a:t> by: Yanick YAMEOGO</a:t>
            </a:r>
            <a:endParaRPr lang="fr-BF" sz="14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01B6E7-54A2-128A-3D95-4D3D91A49369}"/>
              </a:ext>
            </a:extLst>
          </p:cNvPr>
          <p:cNvSpPr/>
          <p:nvPr/>
        </p:nvSpPr>
        <p:spPr>
          <a:xfrm>
            <a:off x="8145718" y="2436703"/>
            <a:ext cx="4006537" cy="26235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dirty="0"/>
              <a:t>INVESTMENT: </a:t>
            </a:r>
            <a:r>
              <a:rPr lang="fr-FR" b="1" dirty="0"/>
              <a:t>€11,770</a:t>
            </a:r>
            <a:endParaRPr lang="fr-FR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dirty="0"/>
              <a:t>ANNUAL SAVINGS</a:t>
            </a:r>
            <a:r>
              <a:rPr lang="en-US" dirty="0"/>
              <a:t>: </a:t>
            </a:r>
            <a:r>
              <a:rPr lang="fr-FR" b="1" dirty="0"/>
              <a:t>€27,400</a:t>
            </a:r>
            <a:endParaRPr lang="fr-FR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fr-FR" dirty="0"/>
              <a:t>PROFITABILITY: ROI:</a:t>
            </a:r>
            <a:r>
              <a:rPr lang="fr-FR" b="1" dirty="0"/>
              <a:t> 233% / </a:t>
            </a:r>
            <a:r>
              <a:rPr lang="fr-FR" b="1" dirty="0" err="1"/>
              <a:t>year</a:t>
            </a:r>
            <a:endParaRPr lang="fr-FR" b="1" dirty="0"/>
          </a:p>
          <a:p>
            <a:pPr algn="ctr"/>
            <a:r>
              <a:rPr lang="fr-FR" dirty="0" err="1"/>
              <a:t>Payback</a:t>
            </a:r>
            <a:r>
              <a:rPr lang="fr-FR" dirty="0"/>
              <a:t> </a:t>
            </a:r>
            <a:r>
              <a:rPr lang="fr-FR" dirty="0" err="1"/>
              <a:t>period</a:t>
            </a:r>
            <a:r>
              <a:rPr lang="fr-FR" dirty="0"/>
              <a:t>: </a:t>
            </a:r>
            <a:r>
              <a:rPr lang="fr-FR" b="1" dirty="0"/>
              <a:t>&lt; 6 </a:t>
            </a:r>
            <a:r>
              <a:rPr lang="fr-FR" b="1" dirty="0" err="1"/>
              <a:t>months</a:t>
            </a:r>
            <a:endParaRPr lang="fr-BF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1C98F-8141-4751-9295-0FF3E2FE94BF}"/>
              </a:ext>
            </a:extLst>
          </p:cNvPr>
          <p:cNvSpPr/>
          <p:nvPr/>
        </p:nvSpPr>
        <p:spPr>
          <a:xfrm>
            <a:off x="4158445" y="2426334"/>
            <a:ext cx="3285174" cy="26235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fr-FR" b="1" dirty="0"/>
              <a:t>Smart </a:t>
            </a:r>
            <a:r>
              <a:rPr lang="fr-FR" b="1" dirty="0" err="1"/>
              <a:t>perimeter</a:t>
            </a:r>
            <a:r>
              <a:rPr lang="fr-FR" b="1" dirty="0"/>
              <a:t>:</a:t>
            </a:r>
            <a:r>
              <a:rPr lang="fr-FR" dirty="0"/>
              <a:t> 600m </a:t>
            </a:r>
            <a:r>
              <a:rPr lang="fr-FR" dirty="0" err="1"/>
              <a:t>fence</a:t>
            </a:r>
            <a:r>
              <a:rPr lang="fr-FR" dirty="0"/>
              <a:t> + 14 cameras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b="1" dirty="0"/>
              <a:t>Automated access control</a:t>
            </a:r>
            <a:r>
              <a:rPr lang="en-US" dirty="0"/>
              <a:t> &amp; real-time alerts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fr-FR" b="1" dirty="0"/>
              <a:t>100% </a:t>
            </a:r>
            <a:r>
              <a:rPr lang="fr-FR" b="1" dirty="0" err="1"/>
              <a:t>solar-powered</a:t>
            </a:r>
            <a:r>
              <a:rPr lang="fr-FR" dirty="0"/>
              <a:t> </a:t>
            </a:r>
            <a:r>
              <a:rPr lang="fr-FR" dirty="0" err="1"/>
              <a:t>autonomous</a:t>
            </a:r>
            <a:r>
              <a:rPr lang="fr-FR" dirty="0"/>
              <a:t> system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6C2EFBF4-6B8B-9975-08B7-CA2EA66A6934}"/>
              </a:ext>
            </a:extLst>
          </p:cNvPr>
          <p:cNvSpPr/>
          <p:nvPr/>
        </p:nvSpPr>
        <p:spPr>
          <a:xfrm>
            <a:off x="3566399" y="3720179"/>
            <a:ext cx="467535" cy="48463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B8FD74FB-0F90-7EC5-5897-CDD307EED1F6}"/>
              </a:ext>
            </a:extLst>
          </p:cNvPr>
          <p:cNvSpPr/>
          <p:nvPr/>
        </p:nvSpPr>
        <p:spPr>
          <a:xfrm>
            <a:off x="7539733" y="3720178"/>
            <a:ext cx="467535" cy="48463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1017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13618</TotalTime>
  <Words>70</Words>
  <Application>Microsoft Office PowerPoint</Application>
  <PresentationFormat>Grand écran</PresentationFormat>
  <Paragraphs>17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Fira Sans Medium</vt:lpstr>
      <vt:lpstr>Wingdings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Wilfried YAMEOGO</dc:creator>
  <cp:lastModifiedBy>WendKouni Bienvenu Yanick YAMEOGO</cp:lastModifiedBy>
  <cp:revision>30</cp:revision>
  <dcterms:created xsi:type="dcterms:W3CDTF">2024-09-14T00:39:19Z</dcterms:created>
  <dcterms:modified xsi:type="dcterms:W3CDTF">2025-12-11T15:39:51Z</dcterms:modified>
</cp:coreProperties>
</file>