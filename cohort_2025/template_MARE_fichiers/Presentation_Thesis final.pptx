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165" y="215446"/>
            <a:ext cx="10583635" cy="794885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Project Presentation</a:t>
            </a:r>
            <a:endParaRPr lang="en-US" sz="480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647700" y="1390196"/>
            <a:ext cx="5821135" cy="49636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100" b="1" u="sng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name : </a:t>
            </a:r>
            <a:r>
              <a:rPr lang="en-US" sz="21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Multifunctional harvesting for Onion, Carrot, Lettuce. 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100" b="1" u="sng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Statement: </a:t>
            </a:r>
            <a:r>
              <a:rPr lang="en-US" sz="21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 of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mechanisation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Difficult access to imported machinery, Inadequacy of machinery and Post-harvest losses. 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100" b="1" u="sng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Innovative Solution: </a:t>
            </a:r>
            <a:r>
              <a:rPr lang="en-US" sz="21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 affordable, locally made harvester to efficiently collect onions, carrots, and lettuce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/>
            <a:r>
              <a:rPr lang="en-US" sz="2100" b="1" u="sng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Expected Outcome: </a:t>
            </a:r>
            <a:r>
              <a:rPr lang="LID4096" altLang="LID4096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labor costs and harvesting time for smallholder farmers</a:t>
            </a:r>
            <a:r>
              <a:rPr lang="fr-FR" altLang="LID4096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</a:t>
            </a:r>
            <a:r>
              <a:rPr lang="LID4096" altLang="LID4096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educe crop losses and improve post-harvest efficiency</a:t>
            </a:r>
            <a:r>
              <a:rPr lang="fr-FR" altLang="LID4096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171F56C-1745-3ACD-AF1A-8ADCFC6094EC}"/>
              </a:ext>
            </a:extLst>
          </p:cNvPr>
          <p:cNvSpPr txBox="1"/>
          <p:nvPr/>
        </p:nvSpPr>
        <p:spPr>
          <a:xfrm>
            <a:off x="547721" y="2485881"/>
            <a:ext cx="184731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 b="1"/>
            </a:pPr>
            <a:endParaRPr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7F8DE58-D81C-B15F-2861-0B37913B1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43" t="2918" r="11804" b="2172"/>
          <a:stretch>
            <a:fillRect/>
          </a:stretch>
        </p:blipFill>
        <p:spPr>
          <a:xfrm>
            <a:off x="6568814" y="1620522"/>
            <a:ext cx="5303521" cy="45030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74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office theme</vt:lpstr>
      <vt:lpstr>Project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Zalika Maré</cp:lastModifiedBy>
  <cp:revision>91</cp:revision>
  <dcterms:created xsi:type="dcterms:W3CDTF">2013-07-15T20:26:40Z</dcterms:created>
  <dcterms:modified xsi:type="dcterms:W3CDTF">2025-10-16T20:53:10Z</dcterms:modified>
</cp:coreProperties>
</file>