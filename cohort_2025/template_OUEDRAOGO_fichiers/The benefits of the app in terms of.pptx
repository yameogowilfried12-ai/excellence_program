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58" r:id="rId3"/>
    <p:sldId id="259"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A736AB-4FDB-4714-9CAB-2C9B6FFBA2D2}" type="datetimeFigureOut">
              <a:rPr lang="fr-FR" smtClean="0"/>
              <a:t>23/10/2025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E98D00-CE50-4356-859A-930B11ACAE38}" type="slidenum">
              <a:rPr lang="fr-FR" smtClean="0"/>
              <a:t>‹N°›</a:t>
            </a:fld>
            <a:endParaRPr lang="fr-FR"/>
          </a:p>
        </p:txBody>
      </p:sp>
    </p:spTree>
    <p:extLst>
      <p:ext uri="{BB962C8B-B14F-4D97-AF65-F5344CB8AC3E}">
        <p14:creationId xmlns:p14="http://schemas.microsoft.com/office/powerpoint/2010/main" val="2221769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1AE98D00-CE50-4356-859A-930B11ACAE38}" type="slidenum">
              <a:rPr lang="fr-FR" smtClean="0"/>
              <a:t>2</a:t>
            </a:fld>
            <a:endParaRPr lang="fr-FR"/>
          </a:p>
        </p:txBody>
      </p:sp>
    </p:spTree>
    <p:extLst>
      <p:ext uri="{BB962C8B-B14F-4D97-AF65-F5344CB8AC3E}">
        <p14:creationId xmlns:p14="http://schemas.microsoft.com/office/powerpoint/2010/main" val="2412655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054D4CCF-87B6-4B31-8285-020EB69BE4A8}" type="datetimeFigureOut">
              <a:rPr lang="fr-FR" smtClean="0"/>
              <a:t>23/10/2025</a:t>
            </a:fld>
            <a:endParaRPr lang="fr-FR"/>
          </a:p>
        </p:txBody>
      </p:sp>
      <p:sp>
        <p:nvSpPr>
          <p:cNvPr id="5" name="Footer Placeholder 4"/>
          <p:cNvSpPr>
            <a:spLocks noGrp="1"/>
          </p:cNvSpPr>
          <p:nvPr>
            <p:ph type="ftr" sz="quarter" idx="11"/>
          </p:nvPr>
        </p:nvSpPr>
        <p:spPr/>
        <p:txBody>
          <a:bodyPr/>
          <a:lstStyle/>
          <a:p>
            <a:endParaRPr lang="fr-F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FCD64A1-2450-43E1-A00E-18371ADB96DB}" type="slidenum">
              <a:rPr lang="fr-FR" smtClean="0"/>
              <a:t>‹N°›</a:t>
            </a:fld>
            <a:endParaRPr lang="fr-FR"/>
          </a:p>
        </p:txBody>
      </p:sp>
    </p:spTree>
    <p:extLst>
      <p:ext uri="{BB962C8B-B14F-4D97-AF65-F5344CB8AC3E}">
        <p14:creationId xmlns:p14="http://schemas.microsoft.com/office/powerpoint/2010/main" val="2007378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54D4CCF-87B6-4B31-8285-020EB69BE4A8}" type="datetimeFigureOut">
              <a:rPr lang="fr-FR" smtClean="0"/>
              <a:t>23/10/2025</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FCD64A1-2450-43E1-A00E-18371ADB96DB}" type="slidenum">
              <a:rPr lang="fr-FR" smtClean="0"/>
              <a:t>‹N°›</a:t>
            </a:fld>
            <a:endParaRPr lang="fr-FR"/>
          </a:p>
        </p:txBody>
      </p:sp>
    </p:spTree>
    <p:extLst>
      <p:ext uri="{BB962C8B-B14F-4D97-AF65-F5344CB8AC3E}">
        <p14:creationId xmlns:p14="http://schemas.microsoft.com/office/powerpoint/2010/main" val="23946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054D4CCF-87B6-4B31-8285-020EB69BE4A8}" type="datetimeFigureOut">
              <a:rPr lang="fr-FR" smtClean="0"/>
              <a:t>23/10/2025</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FCD64A1-2450-43E1-A00E-18371ADB96DB}" type="slidenum">
              <a:rPr lang="fr-FR" smtClean="0"/>
              <a:t>‹N°›</a:t>
            </a:fld>
            <a:endParaRPr lang="fr-FR"/>
          </a:p>
        </p:txBody>
      </p:sp>
    </p:spTree>
    <p:extLst>
      <p:ext uri="{BB962C8B-B14F-4D97-AF65-F5344CB8AC3E}">
        <p14:creationId xmlns:p14="http://schemas.microsoft.com/office/powerpoint/2010/main" val="37320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054D4CCF-87B6-4B31-8285-020EB69BE4A8}" type="datetimeFigureOut">
              <a:rPr lang="fr-FR" smtClean="0"/>
              <a:t>23/10/2025</a:t>
            </a:fld>
            <a:endParaRPr lang="fr-FR"/>
          </a:p>
        </p:txBody>
      </p:sp>
      <p:sp>
        <p:nvSpPr>
          <p:cNvPr id="6" name="Footer Placeholder 5"/>
          <p:cNvSpPr>
            <a:spLocks noGrp="1"/>
          </p:cNvSpPr>
          <p:nvPr>
            <p:ph type="ftr" sz="quarter" idx="11"/>
          </p:nvPr>
        </p:nvSpPr>
        <p:spPr/>
        <p:txBody>
          <a:bodyPr/>
          <a:lstStyle/>
          <a:p>
            <a:endParaRPr lang="fr-F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FCD64A1-2450-43E1-A00E-18371ADB96DB}" type="slidenum">
              <a:rPr lang="fr-FR" smtClean="0"/>
              <a:t>‹N°›</a:t>
            </a:fld>
            <a:endParaRPr lang="fr-FR"/>
          </a:p>
        </p:txBody>
      </p:sp>
    </p:spTree>
    <p:extLst>
      <p:ext uri="{BB962C8B-B14F-4D97-AF65-F5344CB8AC3E}">
        <p14:creationId xmlns:p14="http://schemas.microsoft.com/office/powerpoint/2010/main" val="282180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054D4CCF-87B6-4B31-8285-020EB69BE4A8}" type="datetimeFigureOut">
              <a:rPr lang="fr-FR" smtClean="0"/>
              <a:t>23/10/2025</a:t>
            </a:fld>
            <a:endParaRPr lang="fr-FR"/>
          </a:p>
        </p:txBody>
      </p:sp>
      <p:sp>
        <p:nvSpPr>
          <p:cNvPr id="8" name="Footer Placeholder 7"/>
          <p:cNvSpPr>
            <a:spLocks noGrp="1"/>
          </p:cNvSpPr>
          <p:nvPr>
            <p:ph type="ftr" sz="quarter" idx="11"/>
          </p:nvPr>
        </p:nvSpPr>
        <p:spPr/>
        <p:txBody>
          <a:bodyPr/>
          <a:lstStyle/>
          <a:p>
            <a:endParaRPr lang="fr-F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FCD64A1-2450-43E1-A00E-18371ADB96DB}" type="slidenum">
              <a:rPr lang="fr-FR" smtClean="0"/>
              <a:t>‹N°›</a:t>
            </a:fld>
            <a:endParaRPr lang="fr-FR"/>
          </a:p>
        </p:txBody>
      </p:sp>
    </p:spTree>
    <p:extLst>
      <p:ext uri="{BB962C8B-B14F-4D97-AF65-F5344CB8AC3E}">
        <p14:creationId xmlns:p14="http://schemas.microsoft.com/office/powerpoint/2010/main" val="1230521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054D4CCF-87B6-4B31-8285-020EB69BE4A8}" type="datetimeFigureOut">
              <a:rPr lang="fr-FR" smtClean="0"/>
              <a:t>23/10/2025</a:t>
            </a:fld>
            <a:endParaRPr lang="fr-FR"/>
          </a:p>
        </p:txBody>
      </p:sp>
      <p:sp>
        <p:nvSpPr>
          <p:cNvPr id="4" name="Footer Placeholder 3"/>
          <p:cNvSpPr>
            <a:spLocks noGrp="1"/>
          </p:cNvSpPr>
          <p:nvPr>
            <p:ph type="ftr" sz="quarter" idx="11"/>
          </p:nvPr>
        </p:nvSpPr>
        <p:spPr/>
        <p:txBody>
          <a:bodyPr/>
          <a:lstStyle/>
          <a:p>
            <a:endParaRPr lang="fr-F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FCD64A1-2450-43E1-A00E-18371ADB96DB}" type="slidenum">
              <a:rPr lang="fr-FR" smtClean="0"/>
              <a:t>‹N°›</a:t>
            </a:fld>
            <a:endParaRPr lang="fr-FR"/>
          </a:p>
        </p:txBody>
      </p:sp>
    </p:spTree>
    <p:extLst>
      <p:ext uri="{BB962C8B-B14F-4D97-AF65-F5344CB8AC3E}">
        <p14:creationId xmlns:p14="http://schemas.microsoft.com/office/powerpoint/2010/main" val="3618746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4D4CCF-87B6-4B31-8285-020EB69BE4A8}" type="datetimeFigureOut">
              <a:rPr lang="fr-FR" smtClean="0"/>
              <a:t>23/10/2025</a:t>
            </a:fld>
            <a:endParaRPr lang="fr-FR"/>
          </a:p>
        </p:txBody>
      </p:sp>
      <p:sp>
        <p:nvSpPr>
          <p:cNvPr id="3" name="Footer Placeholder 2"/>
          <p:cNvSpPr>
            <a:spLocks noGrp="1"/>
          </p:cNvSpPr>
          <p:nvPr>
            <p:ph type="ftr" sz="quarter" idx="11"/>
          </p:nvPr>
        </p:nvSpPr>
        <p:spPr/>
        <p:txBody>
          <a:bodyPr/>
          <a:lstStyle/>
          <a:p>
            <a:endParaRPr lang="fr-F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FCD64A1-2450-43E1-A00E-18371ADB96DB}" type="slidenum">
              <a:rPr lang="fr-FR" smtClean="0"/>
              <a:t>‹N°›</a:t>
            </a:fld>
            <a:endParaRPr lang="fr-FR"/>
          </a:p>
        </p:txBody>
      </p:sp>
    </p:spTree>
    <p:extLst>
      <p:ext uri="{BB962C8B-B14F-4D97-AF65-F5344CB8AC3E}">
        <p14:creationId xmlns:p14="http://schemas.microsoft.com/office/powerpoint/2010/main" val="3235297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054D4CCF-87B6-4B31-8285-020EB69BE4A8}" type="datetimeFigureOut">
              <a:rPr lang="fr-FR" smtClean="0"/>
              <a:t>23/10/2025</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FCD64A1-2450-43E1-A00E-18371ADB96DB}" type="slidenum">
              <a:rPr lang="fr-FR" smtClean="0"/>
              <a:t>‹N°›</a:t>
            </a:fld>
            <a:endParaRPr lang="fr-FR"/>
          </a:p>
        </p:txBody>
      </p:sp>
    </p:spTree>
    <p:extLst>
      <p:ext uri="{BB962C8B-B14F-4D97-AF65-F5344CB8AC3E}">
        <p14:creationId xmlns:p14="http://schemas.microsoft.com/office/powerpoint/2010/main" val="2822222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054D4CCF-87B6-4B31-8285-020EB69BE4A8}" type="datetimeFigureOut">
              <a:rPr lang="fr-FR" smtClean="0"/>
              <a:t>23/10/2025</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FCD64A1-2450-43E1-A00E-18371ADB96DB}" type="slidenum">
              <a:rPr lang="fr-FR" smtClean="0"/>
              <a:t>‹N°›</a:t>
            </a:fld>
            <a:endParaRPr lang="fr-FR"/>
          </a:p>
        </p:txBody>
      </p:sp>
    </p:spTree>
    <p:extLst>
      <p:ext uri="{BB962C8B-B14F-4D97-AF65-F5344CB8AC3E}">
        <p14:creationId xmlns:p14="http://schemas.microsoft.com/office/powerpoint/2010/main" val="3008750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054D4CCF-87B6-4B31-8285-020EB69BE4A8}" type="datetimeFigureOut">
              <a:rPr lang="fr-FR" smtClean="0"/>
              <a:t>23/10/2025</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FCD64A1-2450-43E1-A00E-18371ADB96DB}" type="slidenum">
              <a:rPr lang="fr-FR" smtClean="0"/>
              <a:t>‹N°›</a:t>
            </a:fld>
            <a:endParaRPr lang="fr-FR"/>
          </a:p>
        </p:txBody>
      </p:sp>
    </p:spTree>
    <p:extLst>
      <p:ext uri="{BB962C8B-B14F-4D97-AF65-F5344CB8AC3E}">
        <p14:creationId xmlns:p14="http://schemas.microsoft.com/office/powerpoint/2010/main" val="2716535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054D4CCF-87B6-4B31-8285-020EB69BE4A8}" type="datetimeFigureOut">
              <a:rPr lang="fr-FR" smtClean="0"/>
              <a:t>23/10/2025</a:t>
            </a:fld>
            <a:endParaRPr lang="fr-FR"/>
          </a:p>
        </p:txBody>
      </p:sp>
      <p:sp>
        <p:nvSpPr>
          <p:cNvPr id="5" name="Footer Placeholder 4"/>
          <p:cNvSpPr>
            <a:spLocks noGrp="1"/>
          </p:cNvSpPr>
          <p:nvPr>
            <p:ph type="ftr" sz="quarter" idx="11"/>
          </p:nvPr>
        </p:nvSpPr>
        <p:spPr/>
        <p:txBody>
          <a:bodyPr/>
          <a:lstStyle/>
          <a:p>
            <a:endParaRPr lang="fr-F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FCD64A1-2450-43E1-A00E-18371ADB96DB}" type="slidenum">
              <a:rPr lang="fr-FR" smtClean="0"/>
              <a:t>‹N°›</a:t>
            </a:fld>
            <a:endParaRPr lang="fr-F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852932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054D4CCF-87B6-4B31-8285-020EB69BE4A8}" type="datetimeFigureOut">
              <a:rPr lang="fr-FR" smtClean="0"/>
              <a:t>23/10/2025</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FCD64A1-2450-43E1-A00E-18371ADB96DB}" type="slidenum">
              <a:rPr lang="fr-FR" smtClean="0"/>
              <a:t>‹N°›</a:t>
            </a:fld>
            <a:endParaRPr lang="fr-FR"/>
          </a:p>
        </p:txBody>
      </p:sp>
    </p:spTree>
    <p:extLst>
      <p:ext uri="{BB962C8B-B14F-4D97-AF65-F5344CB8AC3E}">
        <p14:creationId xmlns:p14="http://schemas.microsoft.com/office/powerpoint/2010/main" val="5372793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054D4CCF-87B6-4B31-8285-020EB69BE4A8}" type="datetimeFigureOut">
              <a:rPr lang="fr-FR" smtClean="0"/>
              <a:t>23/10/2025</a:t>
            </a:fld>
            <a:endParaRPr lang="fr-FR"/>
          </a:p>
        </p:txBody>
      </p:sp>
      <p:sp>
        <p:nvSpPr>
          <p:cNvPr id="6" name="Footer Placeholder 5"/>
          <p:cNvSpPr>
            <a:spLocks noGrp="1"/>
          </p:cNvSpPr>
          <p:nvPr>
            <p:ph type="ftr" sz="quarter" idx="11"/>
          </p:nvPr>
        </p:nvSpPr>
        <p:spPr/>
        <p:txBody>
          <a:bodyPr/>
          <a:lstStyle/>
          <a:p>
            <a:endParaRPr lang="fr-F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FCD64A1-2450-43E1-A00E-18371ADB96DB}" type="slidenum">
              <a:rPr lang="fr-FR" smtClean="0"/>
              <a:t>‹N°›</a:t>
            </a:fld>
            <a:endParaRPr lang="fr-F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90692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054D4CCF-87B6-4B31-8285-020EB69BE4A8}" type="datetimeFigureOut">
              <a:rPr lang="fr-FR" smtClean="0"/>
              <a:t>23/10/2025</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FCD64A1-2450-43E1-A00E-18371ADB96DB}" type="slidenum">
              <a:rPr lang="fr-FR" smtClean="0"/>
              <a:t>‹N°›</a:t>
            </a:fld>
            <a:endParaRPr lang="fr-FR"/>
          </a:p>
        </p:txBody>
      </p:sp>
    </p:spTree>
    <p:extLst>
      <p:ext uri="{BB962C8B-B14F-4D97-AF65-F5344CB8AC3E}">
        <p14:creationId xmlns:p14="http://schemas.microsoft.com/office/powerpoint/2010/main" val="13581486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54D4CCF-87B6-4B31-8285-020EB69BE4A8}" type="datetimeFigureOut">
              <a:rPr lang="fr-FR" smtClean="0"/>
              <a:t>23/10/2025</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FCD64A1-2450-43E1-A00E-18371ADB96DB}" type="slidenum">
              <a:rPr lang="fr-FR" smtClean="0"/>
              <a:t>‹N°›</a:t>
            </a:fld>
            <a:endParaRPr lang="fr-FR"/>
          </a:p>
        </p:txBody>
      </p:sp>
    </p:spTree>
    <p:extLst>
      <p:ext uri="{BB962C8B-B14F-4D97-AF65-F5344CB8AC3E}">
        <p14:creationId xmlns:p14="http://schemas.microsoft.com/office/powerpoint/2010/main" val="28098160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54D4CCF-87B6-4B31-8285-020EB69BE4A8}" type="datetimeFigureOut">
              <a:rPr lang="fr-FR" smtClean="0"/>
              <a:t>23/10/2025</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FCD64A1-2450-43E1-A00E-18371ADB96DB}" type="slidenum">
              <a:rPr lang="fr-FR" smtClean="0"/>
              <a:t>‹N°›</a:t>
            </a:fld>
            <a:endParaRPr lang="fr-FR"/>
          </a:p>
        </p:txBody>
      </p:sp>
    </p:spTree>
    <p:extLst>
      <p:ext uri="{BB962C8B-B14F-4D97-AF65-F5344CB8AC3E}">
        <p14:creationId xmlns:p14="http://schemas.microsoft.com/office/powerpoint/2010/main" val="468779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54D4CCF-87B6-4B31-8285-020EB69BE4A8}" type="datetimeFigureOut">
              <a:rPr lang="fr-FR" smtClean="0"/>
              <a:t>23/10/2025</a:t>
            </a:fld>
            <a:endParaRPr lang="fr-F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FCD64A1-2450-43E1-A00E-18371ADB96DB}" type="slidenum">
              <a:rPr lang="fr-FR" smtClean="0"/>
              <a:t>‹N°›</a:t>
            </a:fld>
            <a:endParaRPr lang="fr-FR"/>
          </a:p>
        </p:txBody>
      </p:sp>
    </p:spTree>
    <p:extLst>
      <p:ext uri="{BB962C8B-B14F-4D97-AF65-F5344CB8AC3E}">
        <p14:creationId xmlns:p14="http://schemas.microsoft.com/office/powerpoint/2010/main" val="27162430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31C268-9454-F463-1A8B-EC279EF6320A}"/>
              </a:ext>
            </a:extLst>
          </p:cNvPr>
          <p:cNvSpPr>
            <a:spLocks noGrp="1"/>
          </p:cNvSpPr>
          <p:nvPr>
            <p:ph type="ctrTitle"/>
          </p:nvPr>
        </p:nvSpPr>
        <p:spPr>
          <a:xfrm>
            <a:off x="2415041" y="1981200"/>
            <a:ext cx="8915399" cy="2262781"/>
          </a:xfrm>
        </p:spPr>
        <p:txBody>
          <a:bodyPr>
            <a:normAutofit/>
          </a:bodyPr>
          <a:lstStyle/>
          <a:p>
            <a:r>
              <a:rPr lang="en-US" dirty="0"/>
              <a:t>The benefits of the app in terms of cost and revenue</a:t>
            </a:r>
            <a:endParaRPr lang="fr-FR" dirty="0"/>
          </a:p>
        </p:txBody>
      </p:sp>
    </p:spTree>
    <p:extLst>
      <p:ext uri="{BB962C8B-B14F-4D97-AF65-F5344CB8AC3E}">
        <p14:creationId xmlns:p14="http://schemas.microsoft.com/office/powerpoint/2010/main" val="3822991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4089A-CFBF-05B4-1227-EC717444445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0EF31AB-6B27-6A0B-3091-FE5F9DBADB87}"/>
              </a:ext>
            </a:extLst>
          </p:cNvPr>
          <p:cNvSpPr>
            <a:spLocks noGrp="1"/>
          </p:cNvSpPr>
          <p:nvPr>
            <p:ph type="ctrTitle"/>
          </p:nvPr>
        </p:nvSpPr>
        <p:spPr>
          <a:xfrm>
            <a:off x="1848984" y="2492829"/>
            <a:ext cx="9613673" cy="1773647"/>
          </a:xfrm>
        </p:spPr>
        <p:txBody>
          <a:bodyPr>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In terms of costs, the application helps reduce event planning expenses.</a:t>
            </a:r>
            <a:br>
              <a:rPr lang="en-US" sz="2400" dirty="0">
                <a:latin typeface="Calibri" panose="020F0502020204030204" pitchFamily="34" charset="0"/>
                <a:ea typeface="Calibri" panose="020F0502020204030204" pitchFamily="34" charset="0"/>
                <a:cs typeface="Calibri" panose="020F0502020204030204" pitchFamily="34" charset="0"/>
              </a:rPr>
            </a:br>
            <a:r>
              <a:rPr lang="en-US" sz="2400" dirty="0">
                <a:latin typeface="Calibri" panose="020F0502020204030204" pitchFamily="34" charset="0"/>
                <a:ea typeface="Calibri" panose="020F0502020204030204" pitchFamily="34" charset="0"/>
                <a:cs typeface="Calibri" panose="020F0502020204030204" pitchFamily="34" charset="0"/>
              </a:rPr>
              <a:t>Digital tickets eliminate printing costs, push notifications reduce advertising costs, and automated management saves time and limits the human resources required.</a:t>
            </a:r>
            <a:endParaRPr lang="fr-FR"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15612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B2FF0-4051-C0AA-9226-11859A5EEDF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54D2D72-FB20-DD9C-4A91-B0FEE9F9D2FD}"/>
              </a:ext>
            </a:extLst>
          </p:cNvPr>
          <p:cNvSpPr>
            <a:spLocks noGrp="1"/>
          </p:cNvSpPr>
          <p:nvPr>
            <p:ph type="ctrTitle"/>
          </p:nvPr>
        </p:nvSpPr>
        <p:spPr>
          <a:xfrm>
            <a:off x="2415041" y="2677886"/>
            <a:ext cx="8915399" cy="1566095"/>
          </a:xfrm>
        </p:spPr>
        <p:txBody>
          <a:bodyPr>
            <a:no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In terms of revenue, the app generates money from ticket sales, taking a small percentage of each transaction. It can also host advertisements and help organizers better plan their events, thus increasing their profitability.</a:t>
            </a:r>
            <a:endParaRPr lang="fr-FR"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69830535"/>
      </p:ext>
    </p:extLst>
  </p:cSld>
  <p:clrMapOvr>
    <a:masterClrMapping/>
  </p:clrMapOvr>
</p:sld>
</file>

<file path=ppt/theme/theme1.xml><?xml version="1.0" encoding="utf-8"?>
<a:theme xmlns:a="http://schemas.openxmlformats.org/drawingml/2006/main" name="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72</TotalTime>
  <Words>89</Words>
  <Application>Microsoft Office PowerPoint</Application>
  <PresentationFormat>Grand écran</PresentationFormat>
  <Paragraphs>4</Paragraphs>
  <Slides>3</Slides>
  <Notes>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vt:i4>
      </vt:variant>
    </vt:vector>
  </HeadingPairs>
  <TitlesOfParts>
    <vt:vector size="8" baseType="lpstr">
      <vt:lpstr>Arial</vt:lpstr>
      <vt:lpstr>Calibri</vt:lpstr>
      <vt:lpstr>Century Gothic</vt:lpstr>
      <vt:lpstr>Wingdings 3</vt:lpstr>
      <vt:lpstr>Brin</vt:lpstr>
      <vt:lpstr>The benefits of the app in terms of cost and revenue</vt:lpstr>
      <vt:lpstr>In terms of costs, the application helps reduce event planning expenses. Digital tickets eliminate printing costs, push notifications reduce advertising costs, and automated management saves time and limits the human resources required.</vt:lpstr>
      <vt:lpstr>In terms of revenue, the app generates money from ticket sales, taking a small percentage of each transaction. It can also host advertisements and help organizers better plan their events, thus increasing their profitability.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Afiatou Ouedraogo</dc:creator>
  <cp:lastModifiedBy>Afiatou Ouedraogo</cp:lastModifiedBy>
  <cp:revision>1</cp:revision>
  <dcterms:created xsi:type="dcterms:W3CDTF">2025-10-22T22:01:59Z</dcterms:created>
  <dcterms:modified xsi:type="dcterms:W3CDTF">2025-10-23T11:59:49Z</dcterms:modified>
</cp:coreProperties>
</file>