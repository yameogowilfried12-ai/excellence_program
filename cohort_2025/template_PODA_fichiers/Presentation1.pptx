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D075-4877-EF2B-F953-28CB2955F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8B8C7-42AC-A083-10B2-6937F01B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71BDC-8C54-99F9-DC3B-5D0460C9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8467F-E4D2-0F39-C814-E035E9DC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925CF-9568-E849-9419-E55939F88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2B8D-3053-4E84-C8A5-65A14748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CDAC-ADE8-FEF3-A1F5-74F5D71D7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6A39E-72F4-7B17-9513-6E47B479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5C301-F281-533C-29C4-A9EA6792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531F-FC12-E1E2-CCD4-901939C8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5F47-F3C8-73F6-2FDC-71D4F7B6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3B80A-B4AA-BA5A-2E1B-00623DDAD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17-E5A0-CDA2-A6E7-762D2A21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A3671-C6DB-FA03-E0D1-135D5D2E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49B4E-98F1-C20E-055C-EE5B9DC7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5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AA15-16F3-29CA-FD1D-5279E3A7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541B-4A7B-5909-01BD-C8C6C4700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8E9FF-73F2-03DF-B14E-02C1946A2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436EB-1B5C-9CCC-7944-AEA7E040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35F76-3654-0F62-52FC-87EBD87E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11746-390E-1A5A-1838-2F1B8F8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1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648F-443C-EE16-480C-4CB4F1EC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B1AE-A3F9-DC93-04EB-5DCAF0217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2133-7E93-B5D3-77ED-EBB347A32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62B7E-DFA9-EFBC-4AAD-82427345C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AA7B7-6865-ED22-F27C-3D6DDB544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EC672-7F87-8778-18BA-51752BB5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807962-CAE4-3265-1E77-A33DCD42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EDAE1-384B-D808-B6A8-C8A066B6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F8B6-8957-C24C-6BDD-E13B0D67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43BC4-8E61-B407-9EEC-66CC9D1E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2A6DB-FFC1-BF31-B3E1-E9B3867D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5DB92-C6FA-06F3-4689-B2B71C9A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A5E9E-8AD8-B611-2D3F-CE0D8F8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F7899-CAB1-1036-0437-817CCF95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B47B-14B4-530D-66B8-D3A00FE2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3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35B3-0445-2033-D2C3-AB10C74B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5A01-8C49-5FBC-1142-CABDD9713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63682-9987-4194-8994-EE4C3CFF4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BF30D-E3A0-5F6F-B1DF-B79BE7D7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040B3-B1AC-25B2-1891-55D25F30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4AECE-4E8E-2611-A2F0-4E3079A0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7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4894-521B-A5A4-ADB2-462A0C7C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E1FB66-B9BF-A2D6-C8F8-CDE08E84D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C91E2-8431-E200-99BF-5F5A5FEDE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8852-2DB6-AFCD-6FC1-E562213C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5D1E6-3B22-A0F4-B0D4-628D66F2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DD484-2EEA-81C3-972C-8947156E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2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245E-B3D6-B034-100C-D830DDA5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EC882-0776-66F9-8EBD-B5A6D80AF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8631-7B19-E463-71FC-77F0AD79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6EDC-75A6-2A8D-C548-BE75CE49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46F30-3192-1A38-1695-872F71DB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3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5C52C-B713-A023-D47D-174292514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159B9-0559-622D-33B1-F9D47A110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6C6F-4FE1-84D5-8687-8474315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9CCFA-A5BA-58D1-8263-70F36F9F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8CC6D-354D-6C40-23E4-233010A5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3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94A0A-F125-C9AF-13CA-91A23326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23222-9F1F-9D88-029F-04570AA1E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1DC64-D4D3-4354-D178-145682A14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2967C-169B-4ECE-971D-CC97EC8C76B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70C4-5FD6-0316-416D-BCE61DB32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5FF8-92A0-200F-F836-FFC0B2A52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3EC4C-1861-48FF-90BF-51A6AC731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3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BDA049-5D89-BBEB-A741-AF50885C8DB3}"/>
              </a:ext>
            </a:extLst>
          </p:cNvPr>
          <p:cNvSpPr txBox="1"/>
          <p:nvPr/>
        </p:nvSpPr>
        <p:spPr>
          <a:xfrm>
            <a:off x="1093176" y="2216052"/>
            <a:ext cx="10005647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and Impact of the Smart Meter in a Sustainable Farm</a:t>
            </a:r>
          </a:p>
        </p:txBody>
      </p:sp>
    </p:spTree>
    <p:extLst>
      <p:ext uri="{BB962C8B-B14F-4D97-AF65-F5344CB8AC3E}">
        <p14:creationId xmlns:p14="http://schemas.microsoft.com/office/powerpoint/2010/main" val="73271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C9D39-19CD-6385-B48D-196466ACB93B}"/>
              </a:ext>
            </a:extLst>
          </p:cNvPr>
          <p:cNvSpPr txBox="1"/>
          <p:nvPr/>
        </p:nvSpPr>
        <p:spPr>
          <a:xfrm>
            <a:off x="1304777" y="287700"/>
            <a:ext cx="9274127" cy="109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THE MY SMART METER COULD BE INTEGRATED INTO THE SUSTAINABLE FARM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4B76D-9C33-76C4-40B9-456280F12D59}"/>
              </a:ext>
            </a:extLst>
          </p:cNvPr>
          <p:cNvSpPr txBox="1"/>
          <p:nvPr/>
        </p:nvSpPr>
        <p:spPr>
          <a:xfrm>
            <a:off x="1058007" y="1983435"/>
            <a:ext cx="10075986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meter can be integrated at every critical energy node of the farm , from the solar system to irrigation pumps , allowing real-time monitoring, leak detection, and intelligent control for a more efficient and sustainable agricultural ecosystem.</a:t>
            </a:r>
          </a:p>
        </p:txBody>
      </p:sp>
    </p:spTree>
    <p:extLst>
      <p:ext uri="{BB962C8B-B14F-4D97-AF65-F5344CB8AC3E}">
        <p14:creationId xmlns:p14="http://schemas.microsoft.com/office/powerpoint/2010/main" val="167716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20C940-6AF5-8AAA-3FE8-1E780F2082D5}"/>
              </a:ext>
            </a:extLst>
          </p:cNvPr>
          <p:cNvSpPr txBox="1"/>
          <p:nvPr/>
        </p:nvSpPr>
        <p:spPr>
          <a:xfrm>
            <a:off x="561534" y="1913435"/>
            <a:ext cx="11159199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smart meter with leakage detection and remote control contributes to the energy sustainability of farms by: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F8386-654C-668A-EC46-57FF0FEB270E}"/>
              </a:ext>
            </a:extLst>
          </p:cNvPr>
          <p:cNvSpPr txBox="1"/>
          <p:nvPr/>
        </p:nvSpPr>
        <p:spPr>
          <a:xfrm>
            <a:off x="1248507" y="3274255"/>
            <a:ext cx="10047849" cy="257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Energy Consumption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measurement and automatic control of farm equipment (pumps, dryers, irrigation systems) according to solar energy availability.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impact: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to 15–25% energy savings through smart scheduling during solar hours and reduced unnecessary usage.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38B6C-51A8-FAF4-7B48-17029EE9DB0B}"/>
              </a:ext>
            </a:extLst>
          </p:cNvPr>
          <p:cNvSpPr txBox="1"/>
          <p:nvPr/>
        </p:nvSpPr>
        <p:spPr>
          <a:xfrm>
            <a:off x="561534" y="351704"/>
            <a:ext cx="11421796" cy="109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 THE MY SMART METER COULD BE INTEGRATED INTO THE SUSTAINABLE FARM?</a:t>
            </a:r>
          </a:p>
        </p:txBody>
      </p:sp>
    </p:spTree>
    <p:extLst>
      <p:ext uri="{BB962C8B-B14F-4D97-AF65-F5344CB8AC3E}">
        <p14:creationId xmlns:p14="http://schemas.microsoft.com/office/powerpoint/2010/main" val="43664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FC5BE-8B67-3B62-780C-5CC0C2A7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D0A337-43F5-F033-4E79-4A24B1FDEE1E}"/>
              </a:ext>
            </a:extLst>
          </p:cNvPr>
          <p:cNvSpPr txBox="1"/>
          <p:nvPr/>
        </p:nvSpPr>
        <p:spPr>
          <a:xfrm>
            <a:off x="798342" y="1116596"/>
            <a:ext cx="10047849" cy="3545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Energy Losses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detects and cuts off current leaks to prevent energy waste and improve overall system efficiency.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impact: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electrical losses by 10–20% caused by leaks and standby devices.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Lowers annual energy costs by €50–100 per monitored point, depending on the farm size.</a:t>
            </a:r>
          </a:p>
          <a:p>
            <a:pPr lvl="2"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0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7132-D6C2-BD9A-FC2A-72A37953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49FDB5-2EEA-1660-D1F9-8C33D130165B}"/>
              </a:ext>
            </a:extLst>
          </p:cNvPr>
          <p:cNvSpPr txBox="1"/>
          <p:nvPr/>
        </p:nvSpPr>
        <p:spPr>
          <a:xfrm>
            <a:off x="1072075" y="1426084"/>
            <a:ext cx="10047849" cy="3545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Energy Efficiency: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integrated with a photovoltaic system to make better use of locally produced renewable energy.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impact: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the use of up to 90% of local solar production (compared to 70% without control).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grid dependency by up to 40%.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6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AC213-003F-AA34-878F-98354C9F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1A8D8F-C6A5-77D3-CACF-99446A52C4AF}"/>
              </a:ext>
            </a:extLst>
          </p:cNvPr>
          <p:cNvSpPr txBox="1"/>
          <p:nvPr/>
        </p:nvSpPr>
        <p:spPr>
          <a:xfrm>
            <a:off x="1072075" y="1370074"/>
            <a:ext cx="10047849" cy="307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Reliability and Safety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electrical installations, enables remote monitoring, and supports predictive maintenance for a more sustainable and resilient farm.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impact: 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breakdowns and service interruptions by 30%.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equipment lifetime by around 20%.</a:t>
            </a:r>
          </a:p>
        </p:txBody>
      </p:sp>
    </p:spTree>
    <p:extLst>
      <p:ext uri="{BB962C8B-B14F-4D97-AF65-F5344CB8AC3E}">
        <p14:creationId xmlns:p14="http://schemas.microsoft.com/office/powerpoint/2010/main" val="78109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PODA Dékowin Narciss</dc:creator>
  <cp:lastModifiedBy>PODA Dékowin Narciss</cp:lastModifiedBy>
  <cp:revision>12</cp:revision>
  <dcterms:created xsi:type="dcterms:W3CDTF">2025-10-22T11:29:58Z</dcterms:created>
  <dcterms:modified xsi:type="dcterms:W3CDTF">2025-10-22T18:28:19Z</dcterms:modified>
</cp:coreProperties>
</file>